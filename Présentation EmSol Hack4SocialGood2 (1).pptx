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sldIdLst>
    <p:sldId id="291" r:id="rId5"/>
    <p:sldId id="292" r:id="rId6"/>
    <p:sldId id="293" r:id="rId7"/>
    <p:sldId id="294" r:id="rId8"/>
    <p:sldId id="295" r:id="rId9"/>
    <p:sldId id="297" r:id="rId10"/>
    <p:sldId id="298" r:id="rId11"/>
    <p:sldId id="290" r:id="rId12"/>
    <p:sldId id="296" r:id="rId13"/>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C67DBD-FE27-FB48-9668-2B1D45BE7BF0}" v="11" dt="2026-03-26T07:00:42.244"/>
    <p1510:client id="{A397C687-A802-E177-1846-CD9B0D07F397}" v="207" dt="2026-03-25T15:33:24.897"/>
    <p1510:client id="{D4D14C7D-0A9F-A061-C917-65F2CEF081EE}" v="226" dt="2026-03-26T09:16:34.681"/>
    <p1510:client id="{FA634646-4B24-8BE5-6071-E78D1F4869C8}" v="124" dt="2026-03-26T07:09:30.6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sa Irzik" userId="S::elsa.irzik@emsol.ch::13abb150-bc6e-4f9c-a1a0-62d4441a0803" providerId="AD" clId="Web-{A397C687-A802-E177-1846-CD9B0D07F397}"/>
    <pc:docChg chg="addSld modSld">
      <pc:chgData name="Elsa Irzik" userId="S::elsa.irzik@emsol.ch::13abb150-bc6e-4f9c-a1a0-62d4441a0803" providerId="AD" clId="Web-{A397C687-A802-E177-1846-CD9B0D07F397}" dt="2026-03-25T15:33:24.897" v="207" actId="20577"/>
      <pc:docMkLst>
        <pc:docMk/>
      </pc:docMkLst>
      <pc:sldChg chg="addSp delSp modSp">
        <pc:chgData name="Elsa Irzik" userId="S::elsa.irzik@emsol.ch::13abb150-bc6e-4f9c-a1a0-62d4441a0803" providerId="AD" clId="Web-{A397C687-A802-E177-1846-CD9B0D07F397}" dt="2026-03-25T13:42:13.545" v="169" actId="1076"/>
        <pc:sldMkLst>
          <pc:docMk/>
          <pc:sldMk cId="4038765266" sldId="292"/>
        </pc:sldMkLst>
        <pc:spChg chg="mod">
          <ac:chgData name="Elsa Irzik" userId="S::elsa.irzik@emsol.ch::13abb150-bc6e-4f9c-a1a0-62d4441a0803" providerId="AD" clId="Web-{A397C687-A802-E177-1846-CD9B0D07F397}" dt="2026-03-25T13:20:13.267" v="43" actId="20577"/>
          <ac:spMkLst>
            <pc:docMk/>
            <pc:sldMk cId="4038765266" sldId="292"/>
            <ac:spMk id="2" creationId="{31FE4B82-CA71-F134-65CC-BB2C4AD20083}"/>
          </ac:spMkLst>
        </pc:spChg>
        <pc:spChg chg="mod">
          <ac:chgData name="Elsa Irzik" userId="S::elsa.irzik@emsol.ch::13abb150-bc6e-4f9c-a1a0-62d4441a0803" providerId="AD" clId="Web-{A397C687-A802-E177-1846-CD9B0D07F397}" dt="2026-03-25T13:42:13.545" v="169" actId="1076"/>
          <ac:spMkLst>
            <pc:docMk/>
            <pc:sldMk cId="4038765266" sldId="292"/>
            <ac:spMk id="3" creationId="{493D983E-3AFB-FA74-3351-1A29778BAC17}"/>
          </ac:spMkLst>
        </pc:spChg>
        <pc:picChg chg="mod">
          <ac:chgData name="Elsa Irzik" userId="S::elsa.irzik@emsol.ch::13abb150-bc6e-4f9c-a1a0-62d4441a0803" providerId="AD" clId="Web-{A397C687-A802-E177-1846-CD9B0D07F397}" dt="2026-03-25T13:19:05.406" v="38" actId="1076"/>
          <ac:picMkLst>
            <pc:docMk/>
            <pc:sldMk cId="4038765266" sldId="292"/>
            <ac:picMk id="4" creationId="{F160CDBE-ECD4-77A1-469F-0F0B97696171}"/>
          </ac:picMkLst>
        </pc:picChg>
        <pc:picChg chg="add del mod">
          <ac:chgData name="Elsa Irzik" userId="S::elsa.irzik@emsol.ch::13abb150-bc6e-4f9c-a1a0-62d4441a0803" providerId="AD" clId="Web-{A397C687-A802-E177-1846-CD9B0D07F397}" dt="2026-03-25T13:16:13.776" v="20"/>
          <ac:picMkLst>
            <pc:docMk/>
            <pc:sldMk cId="4038765266" sldId="292"/>
            <ac:picMk id="5" creationId="{3969434B-E764-CDEB-3CE5-11C80B1D2286}"/>
          </ac:picMkLst>
        </pc:picChg>
        <pc:picChg chg="add mod modCrop">
          <ac:chgData name="Elsa Irzik" userId="S::elsa.irzik@emsol.ch::13abb150-bc6e-4f9c-a1a0-62d4441a0803" providerId="AD" clId="Web-{A397C687-A802-E177-1846-CD9B0D07F397}" dt="2026-03-25T13:18:29.874" v="30" actId="1076"/>
          <ac:picMkLst>
            <pc:docMk/>
            <pc:sldMk cId="4038765266" sldId="292"/>
            <ac:picMk id="6" creationId="{6BCA8BD9-C3EC-2135-B0C8-F4F934E38609}"/>
          </ac:picMkLst>
        </pc:picChg>
      </pc:sldChg>
      <pc:sldChg chg="modSp">
        <pc:chgData name="Elsa Irzik" userId="S::elsa.irzik@emsol.ch::13abb150-bc6e-4f9c-a1a0-62d4441a0803" providerId="AD" clId="Web-{A397C687-A802-E177-1846-CD9B0D07F397}" dt="2026-03-25T13:42:26.108" v="171" actId="1076"/>
        <pc:sldMkLst>
          <pc:docMk/>
          <pc:sldMk cId="950618550" sldId="293"/>
        </pc:sldMkLst>
        <pc:spChg chg="mod">
          <ac:chgData name="Elsa Irzik" userId="S::elsa.irzik@emsol.ch::13abb150-bc6e-4f9c-a1a0-62d4441a0803" providerId="AD" clId="Web-{A397C687-A802-E177-1846-CD9B0D07F397}" dt="2026-03-25T13:42:26.108" v="171" actId="1076"/>
          <ac:spMkLst>
            <pc:docMk/>
            <pc:sldMk cId="950618550" sldId="293"/>
            <ac:spMk id="3" creationId="{AB3265E3-4C6B-AFE7-9E4E-E9E1C16F48A3}"/>
          </ac:spMkLst>
        </pc:spChg>
      </pc:sldChg>
      <pc:sldChg chg="addSp delSp modSp">
        <pc:chgData name="Elsa Irzik" userId="S::elsa.irzik@emsol.ch::13abb150-bc6e-4f9c-a1a0-62d4441a0803" providerId="AD" clId="Web-{A397C687-A802-E177-1846-CD9B0D07F397}" dt="2026-03-25T13:23:17.207" v="54" actId="1076"/>
        <pc:sldMkLst>
          <pc:docMk/>
          <pc:sldMk cId="4187272396" sldId="294"/>
        </pc:sldMkLst>
        <pc:spChg chg="add del mod">
          <ac:chgData name="Elsa Irzik" userId="S::elsa.irzik@emsol.ch::13abb150-bc6e-4f9c-a1a0-62d4441a0803" providerId="AD" clId="Web-{A397C687-A802-E177-1846-CD9B0D07F397}" dt="2026-03-25T13:22:10.737" v="46"/>
          <ac:spMkLst>
            <pc:docMk/>
            <pc:sldMk cId="4187272396" sldId="294"/>
            <ac:spMk id="2" creationId="{B224DFDB-55BB-9586-4D34-CF71682FD18D}"/>
          </ac:spMkLst>
        </pc:spChg>
        <pc:picChg chg="add mod modCrop">
          <ac:chgData name="Elsa Irzik" userId="S::elsa.irzik@emsol.ch::13abb150-bc6e-4f9c-a1a0-62d4441a0803" providerId="AD" clId="Web-{A397C687-A802-E177-1846-CD9B0D07F397}" dt="2026-03-25T13:23:17.207" v="54" actId="1076"/>
          <ac:picMkLst>
            <pc:docMk/>
            <pc:sldMk cId="4187272396" sldId="294"/>
            <ac:picMk id="4" creationId="{84741644-8C96-5C9E-94A6-576265B563D3}"/>
          </ac:picMkLst>
        </pc:picChg>
      </pc:sldChg>
      <pc:sldChg chg="addSp modSp">
        <pc:chgData name="Elsa Irzik" userId="S::elsa.irzik@emsol.ch::13abb150-bc6e-4f9c-a1a0-62d4441a0803" providerId="AD" clId="Web-{A397C687-A802-E177-1846-CD9B0D07F397}" dt="2026-03-25T13:41:25.185" v="166" actId="20577"/>
        <pc:sldMkLst>
          <pc:docMk/>
          <pc:sldMk cId="3142008482" sldId="295"/>
        </pc:sldMkLst>
        <pc:spChg chg="mod">
          <ac:chgData name="Elsa Irzik" userId="S::elsa.irzik@emsol.ch::13abb150-bc6e-4f9c-a1a0-62d4441a0803" providerId="AD" clId="Web-{A397C687-A802-E177-1846-CD9B0D07F397}" dt="2026-03-25T13:41:25.185" v="166" actId="20577"/>
          <ac:spMkLst>
            <pc:docMk/>
            <pc:sldMk cId="3142008482" sldId="295"/>
            <ac:spMk id="2" creationId="{B5304E5A-8669-8A66-ADA9-AFFC53A16A0D}"/>
          </ac:spMkLst>
        </pc:spChg>
        <pc:picChg chg="add mod modCrop">
          <ac:chgData name="Elsa Irzik" userId="S::elsa.irzik@emsol.ch::13abb150-bc6e-4f9c-a1a0-62d4441a0803" providerId="AD" clId="Web-{A397C687-A802-E177-1846-CD9B0D07F397}" dt="2026-03-25T13:29:30.211" v="98" actId="1076"/>
          <ac:picMkLst>
            <pc:docMk/>
            <pc:sldMk cId="3142008482" sldId="295"/>
            <ac:picMk id="3" creationId="{059D232C-02B2-01DE-F7C5-B0AF7E580682}"/>
          </ac:picMkLst>
        </pc:picChg>
      </pc:sldChg>
      <pc:sldChg chg="modSp">
        <pc:chgData name="Elsa Irzik" userId="S::elsa.irzik@emsol.ch::13abb150-bc6e-4f9c-a1a0-62d4441a0803" providerId="AD" clId="Web-{A397C687-A802-E177-1846-CD9B0D07F397}" dt="2026-03-25T15:33:24.897" v="207" actId="20577"/>
        <pc:sldMkLst>
          <pc:docMk/>
          <pc:sldMk cId="26207367" sldId="296"/>
        </pc:sldMkLst>
        <pc:spChg chg="mod">
          <ac:chgData name="Elsa Irzik" userId="S::elsa.irzik@emsol.ch::13abb150-bc6e-4f9c-a1a0-62d4441a0803" providerId="AD" clId="Web-{A397C687-A802-E177-1846-CD9B0D07F397}" dt="2026-03-25T15:33:24.897" v="207" actId="20577"/>
          <ac:spMkLst>
            <pc:docMk/>
            <pc:sldMk cId="26207367" sldId="296"/>
            <ac:spMk id="2" creationId="{32FC9D28-9E83-8B94-2388-8151133EF8A2}"/>
          </ac:spMkLst>
        </pc:spChg>
      </pc:sldChg>
      <pc:sldChg chg="addSp delSp modSp new">
        <pc:chgData name="Elsa Irzik" userId="S::elsa.irzik@emsol.ch::13abb150-bc6e-4f9c-a1a0-62d4441a0803" providerId="AD" clId="Web-{A397C687-A802-E177-1846-CD9B0D07F397}" dt="2026-03-25T13:42:47.561" v="172" actId="20577"/>
        <pc:sldMkLst>
          <pc:docMk/>
          <pc:sldMk cId="1326432611" sldId="297"/>
        </pc:sldMkLst>
        <pc:spChg chg="mod">
          <ac:chgData name="Elsa Irzik" userId="S::elsa.irzik@emsol.ch::13abb150-bc6e-4f9c-a1a0-62d4441a0803" providerId="AD" clId="Web-{A397C687-A802-E177-1846-CD9B0D07F397}" dt="2026-03-25T13:42:47.561" v="172" actId="20577"/>
          <ac:spMkLst>
            <pc:docMk/>
            <pc:sldMk cId="1326432611" sldId="297"/>
            <ac:spMk id="2" creationId="{E404DCB8-5ADD-B070-0C14-654D635FE568}"/>
          </ac:spMkLst>
        </pc:spChg>
        <pc:spChg chg="del mod">
          <ac:chgData name="Elsa Irzik" userId="S::elsa.irzik@emsol.ch::13abb150-bc6e-4f9c-a1a0-62d4441a0803" providerId="AD" clId="Web-{A397C687-A802-E177-1846-CD9B0D07F397}" dt="2026-03-25T13:31:48.328" v="130"/>
          <ac:spMkLst>
            <pc:docMk/>
            <pc:sldMk cId="1326432611" sldId="297"/>
            <ac:spMk id="3" creationId="{1FC0868C-B879-3A10-2908-FDA45F82EC28}"/>
          </ac:spMkLst>
        </pc:spChg>
        <pc:picChg chg="add mod modCrop">
          <ac:chgData name="Elsa Irzik" userId="S::elsa.irzik@emsol.ch::13abb150-bc6e-4f9c-a1a0-62d4441a0803" providerId="AD" clId="Web-{A397C687-A802-E177-1846-CD9B0D07F397}" dt="2026-03-25T13:40:07.325" v="151" actId="14100"/>
          <ac:picMkLst>
            <pc:docMk/>
            <pc:sldMk cId="1326432611" sldId="297"/>
            <ac:picMk id="4" creationId="{2F956C69-8D35-890D-5B06-4F621435F53C}"/>
          </ac:picMkLst>
        </pc:picChg>
      </pc:sldChg>
      <pc:sldChg chg="addSp delSp modSp new">
        <pc:chgData name="Elsa Irzik" userId="S::elsa.irzik@emsol.ch::13abb150-bc6e-4f9c-a1a0-62d4441a0803" providerId="AD" clId="Web-{A397C687-A802-E177-1846-CD9B0D07F397}" dt="2026-03-25T15:29:19.551" v="202" actId="20577"/>
        <pc:sldMkLst>
          <pc:docMk/>
          <pc:sldMk cId="2000427132" sldId="298"/>
        </pc:sldMkLst>
        <pc:spChg chg="mod">
          <ac:chgData name="Elsa Irzik" userId="S::elsa.irzik@emsol.ch::13abb150-bc6e-4f9c-a1a0-62d4441a0803" providerId="AD" clId="Web-{A397C687-A802-E177-1846-CD9B0D07F397}" dt="2026-03-25T15:29:19.551" v="202" actId="20577"/>
          <ac:spMkLst>
            <pc:docMk/>
            <pc:sldMk cId="2000427132" sldId="298"/>
            <ac:spMk id="2" creationId="{41F8A96D-FD68-F03C-22FA-ACD621A6FDDE}"/>
          </ac:spMkLst>
        </pc:spChg>
        <pc:spChg chg="del">
          <ac:chgData name="Elsa Irzik" userId="S::elsa.irzik@emsol.ch::13abb150-bc6e-4f9c-a1a0-62d4441a0803" providerId="AD" clId="Web-{A397C687-A802-E177-1846-CD9B0D07F397}" dt="2026-03-25T15:27:02.770" v="173"/>
          <ac:spMkLst>
            <pc:docMk/>
            <pc:sldMk cId="2000427132" sldId="298"/>
            <ac:spMk id="3" creationId="{977499E5-1E23-AA19-7A88-DA1402669337}"/>
          </ac:spMkLst>
        </pc:spChg>
        <pc:picChg chg="add mod modCrop">
          <ac:chgData name="Elsa Irzik" userId="S::elsa.irzik@emsol.ch::13abb150-bc6e-4f9c-a1a0-62d4441a0803" providerId="AD" clId="Web-{A397C687-A802-E177-1846-CD9B0D07F397}" dt="2026-03-25T15:28:51.708" v="199" actId="1076"/>
          <ac:picMkLst>
            <pc:docMk/>
            <pc:sldMk cId="2000427132" sldId="298"/>
            <ac:picMk id="4" creationId="{B0A0631F-A10C-BAC9-35B8-C6429831F0C9}"/>
          </ac:picMkLst>
        </pc:picChg>
      </pc:sldChg>
    </pc:docChg>
  </pc:docChgLst>
  <pc:docChgLst>
    <pc:chgData name="Elsa Irzik" userId="S::elsa.irzik@emsol.ch::13abb150-bc6e-4f9c-a1a0-62d4441a0803" providerId="AD" clId="Web-{83C67DBD-FE27-FB48-9668-2B1D45BE7BF0}"/>
    <pc:docChg chg="modSld">
      <pc:chgData name="Elsa Irzik" userId="S::elsa.irzik@emsol.ch::13abb150-bc6e-4f9c-a1a0-62d4441a0803" providerId="AD" clId="Web-{83C67DBD-FE27-FB48-9668-2B1D45BE7BF0}" dt="2026-03-26T07:00:42.244" v="10" actId="20577"/>
      <pc:docMkLst>
        <pc:docMk/>
      </pc:docMkLst>
      <pc:sldChg chg="modSp">
        <pc:chgData name="Elsa Irzik" userId="S::elsa.irzik@emsol.ch::13abb150-bc6e-4f9c-a1a0-62d4441a0803" providerId="AD" clId="Web-{83C67DBD-FE27-FB48-9668-2B1D45BE7BF0}" dt="2026-03-26T07:00:42.244" v="10" actId="20577"/>
        <pc:sldMkLst>
          <pc:docMk/>
          <pc:sldMk cId="684697461" sldId="290"/>
        </pc:sldMkLst>
        <pc:spChg chg="mod">
          <ac:chgData name="Elsa Irzik" userId="S::elsa.irzik@emsol.ch::13abb150-bc6e-4f9c-a1a0-62d4441a0803" providerId="AD" clId="Web-{83C67DBD-FE27-FB48-9668-2B1D45BE7BF0}" dt="2026-03-26T07:00:42.244" v="10" actId="20577"/>
          <ac:spMkLst>
            <pc:docMk/>
            <pc:sldMk cId="684697461" sldId="290"/>
            <ac:spMk id="3" creationId="{41EB79EE-5B27-3B2A-EEC6-1204910CD7A3}"/>
          </ac:spMkLst>
        </pc:spChg>
      </pc:sldChg>
    </pc:docChg>
  </pc:docChgLst>
  <pc:docChgLst>
    <pc:chgData name="Elsa Irzik" userId="S::elsa.irzik@emsol.ch::13abb150-bc6e-4f9c-a1a0-62d4441a0803" providerId="AD" clId="Web-{FA634646-4B24-8BE5-6071-E78D1F4869C8}"/>
    <pc:docChg chg="modSld">
      <pc:chgData name="Elsa Irzik" userId="S::elsa.irzik@emsol.ch::13abb150-bc6e-4f9c-a1a0-62d4441a0803" providerId="AD" clId="Web-{FA634646-4B24-8BE5-6071-E78D1F4869C8}" dt="2026-03-26T07:09:28.935" v="122" actId="20577"/>
      <pc:docMkLst>
        <pc:docMk/>
      </pc:docMkLst>
      <pc:sldChg chg="modSp">
        <pc:chgData name="Elsa Irzik" userId="S::elsa.irzik@emsol.ch::13abb150-bc6e-4f9c-a1a0-62d4441a0803" providerId="AD" clId="Web-{FA634646-4B24-8BE5-6071-E78D1F4869C8}" dt="2026-03-26T07:09:28.935" v="122" actId="20577"/>
        <pc:sldMkLst>
          <pc:docMk/>
          <pc:sldMk cId="26207367" sldId="296"/>
        </pc:sldMkLst>
        <pc:spChg chg="mod">
          <ac:chgData name="Elsa Irzik" userId="S::elsa.irzik@emsol.ch::13abb150-bc6e-4f9c-a1a0-62d4441a0803" providerId="AD" clId="Web-{FA634646-4B24-8BE5-6071-E78D1F4869C8}" dt="2026-03-26T07:09:28.935" v="122" actId="20577"/>
          <ac:spMkLst>
            <pc:docMk/>
            <pc:sldMk cId="26207367" sldId="296"/>
            <ac:spMk id="2" creationId="{32FC9D28-9E83-8B94-2388-8151133EF8A2}"/>
          </ac:spMkLst>
        </pc:spChg>
      </pc:sldChg>
    </pc:docChg>
  </pc:docChgLst>
  <pc:docChgLst>
    <pc:chgData name="Elsa Irzik" userId="S::elsa.irzik@emsol.ch::13abb150-bc6e-4f9c-a1a0-62d4441a0803" providerId="AD" clId="Web-{D4D14C7D-0A9F-A061-C917-65F2CEF081EE}"/>
    <pc:docChg chg="modSld">
      <pc:chgData name="Elsa Irzik" userId="S::elsa.irzik@emsol.ch::13abb150-bc6e-4f9c-a1a0-62d4441a0803" providerId="AD" clId="Web-{D4D14C7D-0A9F-A061-C917-65F2CEF081EE}" dt="2026-03-26T09:16:34.681" v="221" actId="20577"/>
      <pc:docMkLst>
        <pc:docMk/>
      </pc:docMkLst>
      <pc:sldChg chg="addSp modSp">
        <pc:chgData name="Elsa Irzik" userId="S::elsa.irzik@emsol.ch::13abb150-bc6e-4f9c-a1a0-62d4441a0803" providerId="AD" clId="Web-{D4D14C7D-0A9F-A061-C917-65F2CEF081EE}" dt="2026-03-26T09:15:46.743" v="218" actId="1076"/>
        <pc:sldMkLst>
          <pc:docMk/>
          <pc:sldMk cId="684697461" sldId="290"/>
        </pc:sldMkLst>
        <pc:spChg chg="mod">
          <ac:chgData name="Elsa Irzik" userId="S::elsa.irzik@emsol.ch::13abb150-bc6e-4f9c-a1a0-62d4441a0803" providerId="AD" clId="Web-{D4D14C7D-0A9F-A061-C917-65F2CEF081EE}" dt="2026-03-26T09:04:39.040" v="160" actId="20577"/>
          <ac:spMkLst>
            <pc:docMk/>
            <pc:sldMk cId="684697461" sldId="290"/>
            <ac:spMk id="2" creationId="{8BDC2C9B-A9EB-AC4C-DE86-3EB6A4CD0045}"/>
          </ac:spMkLst>
        </pc:spChg>
        <pc:spChg chg="mod">
          <ac:chgData name="Elsa Irzik" userId="S::elsa.irzik@emsol.ch::13abb150-bc6e-4f9c-a1a0-62d4441a0803" providerId="AD" clId="Web-{D4D14C7D-0A9F-A061-C917-65F2CEF081EE}" dt="2026-03-26T09:04:53.555" v="162" actId="20577"/>
          <ac:spMkLst>
            <pc:docMk/>
            <pc:sldMk cId="684697461" sldId="290"/>
            <ac:spMk id="3" creationId="{41EB79EE-5B27-3B2A-EEC6-1204910CD7A3}"/>
          </ac:spMkLst>
        </pc:spChg>
        <pc:picChg chg="add mod modCrop">
          <ac:chgData name="Elsa Irzik" userId="S::elsa.irzik@emsol.ch::13abb150-bc6e-4f9c-a1a0-62d4441a0803" providerId="AD" clId="Web-{D4D14C7D-0A9F-A061-C917-65F2CEF081EE}" dt="2026-03-26T09:15:46.743" v="218" actId="1076"/>
          <ac:picMkLst>
            <pc:docMk/>
            <pc:sldMk cId="684697461" sldId="290"/>
            <ac:picMk id="7" creationId="{3B525C48-E2B2-2606-79A7-E11009D9FF26}"/>
          </ac:picMkLst>
        </pc:picChg>
      </pc:sldChg>
      <pc:sldChg chg="modSp">
        <pc:chgData name="Elsa Irzik" userId="S::elsa.irzik@emsol.ch::13abb150-bc6e-4f9c-a1a0-62d4441a0803" providerId="AD" clId="Web-{D4D14C7D-0A9F-A061-C917-65F2CEF081EE}" dt="2026-03-26T09:03:25.321" v="142" actId="20577"/>
        <pc:sldMkLst>
          <pc:docMk/>
          <pc:sldMk cId="4038765266" sldId="292"/>
        </pc:sldMkLst>
        <pc:spChg chg="mod">
          <ac:chgData name="Elsa Irzik" userId="S::elsa.irzik@emsol.ch::13abb150-bc6e-4f9c-a1a0-62d4441a0803" providerId="AD" clId="Web-{D4D14C7D-0A9F-A061-C917-65F2CEF081EE}" dt="2026-03-26T09:03:25.321" v="142" actId="20577"/>
          <ac:spMkLst>
            <pc:docMk/>
            <pc:sldMk cId="4038765266" sldId="292"/>
            <ac:spMk id="3" creationId="{493D983E-3AFB-FA74-3351-1A29778BAC17}"/>
          </ac:spMkLst>
        </pc:spChg>
      </pc:sldChg>
      <pc:sldChg chg="modSp">
        <pc:chgData name="Elsa Irzik" userId="S::elsa.irzik@emsol.ch::13abb150-bc6e-4f9c-a1a0-62d4441a0803" providerId="AD" clId="Web-{D4D14C7D-0A9F-A061-C917-65F2CEF081EE}" dt="2026-03-26T09:16:34.681" v="221" actId="20577"/>
        <pc:sldMkLst>
          <pc:docMk/>
          <pc:sldMk cId="950618550" sldId="293"/>
        </pc:sldMkLst>
        <pc:spChg chg="mod">
          <ac:chgData name="Elsa Irzik" userId="S::elsa.irzik@emsol.ch::13abb150-bc6e-4f9c-a1a0-62d4441a0803" providerId="AD" clId="Web-{D4D14C7D-0A9F-A061-C917-65F2CEF081EE}" dt="2026-03-26T09:16:34.681" v="221" actId="20577"/>
          <ac:spMkLst>
            <pc:docMk/>
            <pc:sldMk cId="950618550" sldId="293"/>
            <ac:spMk id="2" creationId="{141725B2-ADA8-938A-03DD-B2005ECDA367}"/>
          </ac:spMkLst>
        </pc:spChg>
        <pc:spChg chg="mod">
          <ac:chgData name="Elsa Irzik" userId="S::elsa.irzik@emsol.ch::13abb150-bc6e-4f9c-a1a0-62d4441a0803" providerId="AD" clId="Web-{D4D14C7D-0A9F-A061-C917-65F2CEF081EE}" dt="2026-03-26T09:03:35.274" v="145" actId="20577"/>
          <ac:spMkLst>
            <pc:docMk/>
            <pc:sldMk cId="950618550" sldId="293"/>
            <ac:spMk id="3" creationId="{AB3265E3-4C6B-AFE7-9E4E-E9E1C16F48A3}"/>
          </ac:spMkLst>
        </pc:spChg>
      </pc:sldChg>
      <pc:sldChg chg="modSp">
        <pc:chgData name="Elsa Irzik" userId="S::elsa.irzik@emsol.ch::13abb150-bc6e-4f9c-a1a0-62d4441a0803" providerId="AD" clId="Web-{D4D14C7D-0A9F-A061-C917-65F2CEF081EE}" dt="2026-03-26T09:03:46.258" v="149" actId="20577"/>
        <pc:sldMkLst>
          <pc:docMk/>
          <pc:sldMk cId="4187272396" sldId="294"/>
        </pc:sldMkLst>
        <pc:spChg chg="mod">
          <ac:chgData name="Elsa Irzik" userId="S::elsa.irzik@emsol.ch::13abb150-bc6e-4f9c-a1a0-62d4441a0803" providerId="AD" clId="Web-{D4D14C7D-0A9F-A061-C917-65F2CEF081EE}" dt="2026-03-26T09:03:46.258" v="149" actId="20577"/>
          <ac:spMkLst>
            <pc:docMk/>
            <pc:sldMk cId="4187272396" sldId="294"/>
            <ac:spMk id="3" creationId="{D1F38D8A-B7BF-C292-9A38-EC942C8D206D}"/>
          </ac:spMkLst>
        </pc:spChg>
      </pc:sldChg>
      <pc:sldChg chg="modSp">
        <pc:chgData name="Elsa Irzik" userId="S::elsa.irzik@emsol.ch::13abb150-bc6e-4f9c-a1a0-62d4441a0803" providerId="AD" clId="Web-{D4D14C7D-0A9F-A061-C917-65F2CEF081EE}" dt="2026-03-26T09:04:12.977" v="155" actId="20577"/>
        <pc:sldMkLst>
          <pc:docMk/>
          <pc:sldMk cId="3142008482" sldId="295"/>
        </pc:sldMkLst>
        <pc:spChg chg="mod">
          <ac:chgData name="Elsa Irzik" userId="S::elsa.irzik@emsol.ch::13abb150-bc6e-4f9c-a1a0-62d4441a0803" providerId="AD" clId="Web-{D4D14C7D-0A9F-A061-C917-65F2CEF081EE}" dt="2026-03-26T09:04:12.977" v="155" actId="20577"/>
          <ac:spMkLst>
            <pc:docMk/>
            <pc:sldMk cId="3142008482" sldId="295"/>
            <ac:spMk id="2" creationId="{B5304E5A-8669-8A66-ADA9-AFFC53A16A0D}"/>
          </ac:spMkLst>
        </pc:spChg>
      </pc:sldChg>
      <pc:sldChg chg="addSp modSp">
        <pc:chgData name="Elsa Irzik" userId="S::elsa.irzik@emsol.ch::13abb150-bc6e-4f9c-a1a0-62d4441a0803" providerId="AD" clId="Web-{D4D14C7D-0A9F-A061-C917-65F2CEF081EE}" dt="2026-03-26T09:13:06.040" v="202" actId="1076"/>
        <pc:sldMkLst>
          <pc:docMk/>
          <pc:sldMk cId="26207367" sldId="296"/>
        </pc:sldMkLst>
        <pc:spChg chg="mod">
          <ac:chgData name="Elsa Irzik" userId="S::elsa.irzik@emsol.ch::13abb150-bc6e-4f9c-a1a0-62d4441a0803" providerId="AD" clId="Web-{D4D14C7D-0A9F-A061-C917-65F2CEF081EE}" dt="2026-03-26T09:11:50.946" v="198" actId="20577"/>
          <ac:spMkLst>
            <pc:docMk/>
            <pc:sldMk cId="26207367" sldId="296"/>
            <ac:spMk id="2" creationId="{32FC9D28-9E83-8B94-2388-8151133EF8A2}"/>
          </ac:spMkLst>
        </pc:spChg>
        <pc:spChg chg="mod">
          <ac:chgData name="Elsa Irzik" userId="S::elsa.irzik@emsol.ch::13abb150-bc6e-4f9c-a1a0-62d4441a0803" providerId="AD" clId="Web-{D4D14C7D-0A9F-A061-C917-65F2CEF081EE}" dt="2026-03-26T09:05:08.524" v="164" actId="20577"/>
          <ac:spMkLst>
            <pc:docMk/>
            <pc:sldMk cId="26207367" sldId="296"/>
            <ac:spMk id="3" creationId="{7D66160D-8524-1F61-A2E8-CAA5CF2B4808}"/>
          </ac:spMkLst>
        </pc:spChg>
        <pc:picChg chg="add mod">
          <ac:chgData name="Elsa Irzik" userId="S::elsa.irzik@emsol.ch::13abb150-bc6e-4f9c-a1a0-62d4441a0803" providerId="AD" clId="Web-{D4D14C7D-0A9F-A061-C917-65F2CEF081EE}" dt="2026-03-26T09:13:06.040" v="202" actId="1076"/>
          <ac:picMkLst>
            <pc:docMk/>
            <pc:sldMk cId="26207367" sldId="296"/>
            <ac:picMk id="5" creationId="{17F5C9E4-E494-BAD4-448E-E2EF0EBACA72}"/>
          </ac:picMkLst>
        </pc:picChg>
      </pc:sldChg>
      <pc:sldChg chg="modSp">
        <pc:chgData name="Elsa Irzik" userId="S::elsa.irzik@emsol.ch::13abb150-bc6e-4f9c-a1a0-62d4441a0803" providerId="AD" clId="Web-{D4D14C7D-0A9F-A061-C917-65F2CEF081EE}" dt="2026-03-26T09:04:20.165" v="156" actId="20577"/>
        <pc:sldMkLst>
          <pc:docMk/>
          <pc:sldMk cId="1326432611" sldId="297"/>
        </pc:sldMkLst>
        <pc:spChg chg="mod">
          <ac:chgData name="Elsa Irzik" userId="S::elsa.irzik@emsol.ch::13abb150-bc6e-4f9c-a1a0-62d4441a0803" providerId="AD" clId="Web-{D4D14C7D-0A9F-A061-C917-65F2CEF081EE}" dt="2026-03-26T09:04:20.165" v="156" actId="20577"/>
          <ac:spMkLst>
            <pc:docMk/>
            <pc:sldMk cId="1326432611" sldId="297"/>
            <ac:spMk id="2" creationId="{E404DCB8-5ADD-B070-0C14-654D635FE568}"/>
          </ac:spMkLst>
        </pc:spChg>
      </pc:sldChg>
      <pc:sldChg chg="modSp">
        <pc:chgData name="Elsa Irzik" userId="S::elsa.irzik@emsol.ch::13abb150-bc6e-4f9c-a1a0-62d4441a0803" providerId="AD" clId="Web-{D4D14C7D-0A9F-A061-C917-65F2CEF081EE}" dt="2026-03-26T09:04:28.118" v="157" actId="20577"/>
        <pc:sldMkLst>
          <pc:docMk/>
          <pc:sldMk cId="2000427132" sldId="298"/>
        </pc:sldMkLst>
        <pc:spChg chg="mod">
          <ac:chgData name="Elsa Irzik" userId="S::elsa.irzik@emsol.ch::13abb150-bc6e-4f9c-a1a0-62d4441a0803" providerId="AD" clId="Web-{D4D14C7D-0A9F-A061-C917-65F2CEF081EE}" dt="2026-03-26T09:04:28.118" v="157" actId="20577"/>
          <ac:spMkLst>
            <pc:docMk/>
            <pc:sldMk cId="2000427132" sldId="298"/>
            <ac:spMk id="2" creationId="{41F8A96D-FD68-F03C-22FA-ACD621A6FD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C661F88C-3EEB-E136-5595-7343D8EDB156}"/>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de-CH" sz="1200" b="0" i="0" u="none" strike="noStrike" kern="1200" cap="none" spc="0" baseline="0">
                <a:solidFill>
                  <a:srgbClr val="000000"/>
                </a:solidFill>
                <a:uFillTx/>
                <a:latin typeface="Calibri"/>
              </a:defRPr>
            </a:lvl1pPr>
          </a:lstStyle>
          <a:p>
            <a:pPr lvl="0"/>
            <a:endParaRPr lang="de-CH"/>
          </a:p>
        </p:txBody>
      </p:sp>
      <p:sp>
        <p:nvSpPr>
          <p:cNvPr id="3" name="Datumsplatzhalter 2">
            <a:extLst>
              <a:ext uri="{FF2B5EF4-FFF2-40B4-BE49-F238E27FC236}">
                <a16:creationId xmlns:a16="http://schemas.microsoft.com/office/drawing/2014/main" id="{8344ACC2-A4AF-4A2B-DA2B-165C393AA018}"/>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de-CH" sz="1200" b="0" i="0" u="none" strike="noStrike" kern="1200" cap="none" spc="0" baseline="0">
                <a:solidFill>
                  <a:srgbClr val="000000"/>
                </a:solidFill>
                <a:uFillTx/>
                <a:latin typeface="Calibri"/>
              </a:defRPr>
            </a:lvl1pPr>
          </a:lstStyle>
          <a:p>
            <a:pPr lvl="0"/>
            <a:fld id="{AD7758DF-A68B-334C-9D97-DCF01AEFED56}" type="datetime1">
              <a:rPr lang="de-CH"/>
              <a:pPr lvl="0"/>
              <a:t>26.03.2026</a:t>
            </a:fld>
            <a:endParaRPr lang="de-CH"/>
          </a:p>
        </p:txBody>
      </p:sp>
      <p:sp>
        <p:nvSpPr>
          <p:cNvPr id="4" name="Folienbildplatzhalter 3">
            <a:extLst>
              <a:ext uri="{FF2B5EF4-FFF2-40B4-BE49-F238E27FC236}">
                <a16:creationId xmlns:a16="http://schemas.microsoft.com/office/drawing/2014/main" id="{1C130795-BEFF-7635-2CB5-313145568657}"/>
              </a:ext>
            </a:extLst>
          </p:cNvPr>
          <p:cNvSpPr>
            <a:spLocks noGrp="1" noRot="1" noChangeAspect="1"/>
          </p:cNvSpPr>
          <p:nvPr>
            <p:ph type="sldImg" idx="2"/>
          </p:nvPr>
        </p:nvSpPr>
        <p:spPr>
          <a:xfrm>
            <a:off x="685800" y="1143000"/>
            <a:ext cx="5486400" cy="3086100"/>
          </a:xfrm>
          <a:prstGeom prst="rect">
            <a:avLst/>
          </a:prstGeom>
          <a:noFill/>
          <a:ln w="12701">
            <a:solidFill>
              <a:srgbClr val="000000"/>
            </a:solidFill>
            <a:prstDash val="solid"/>
          </a:ln>
        </p:spPr>
      </p:sp>
      <p:sp>
        <p:nvSpPr>
          <p:cNvPr id="5" name="Notizenplatzhalter 4">
            <a:extLst>
              <a:ext uri="{FF2B5EF4-FFF2-40B4-BE49-F238E27FC236}">
                <a16:creationId xmlns:a16="http://schemas.microsoft.com/office/drawing/2014/main" id="{0A0F7796-DC34-EC69-1649-B9916D456D99}"/>
              </a:ext>
            </a:extLst>
          </p:cNvPr>
          <p:cNvSpPr txBox="1">
            <a:spLocks noGrp="1"/>
          </p:cNvSpPr>
          <p:nvPr>
            <p:ph type="body" sz="quarter" idx="3"/>
          </p:nvPr>
        </p:nvSpPr>
        <p:spPr>
          <a:xfrm>
            <a:off x="685800" y="4400550"/>
            <a:ext cx="5486400" cy="3600450"/>
          </a:xfrm>
          <a:prstGeom prst="rect">
            <a:avLst/>
          </a:prstGeom>
          <a:noFill/>
          <a:ln>
            <a:noFill/>
          </a:ln>
        </p:spPr>
        <p:txBody>
          <a:bodyPr vert="horz" wrap="square" lIns="91440" tIns="45720" rIns="91440" bIns="45720" anchor="t" anchorCtr="0" compatLnSpc="1">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a:extLst>
              <a:ext uri="{FF2B5EF4-FFF2-40B4-BE49-F238E27FC236}">
                <a16:creationId xmlns:a16="http://schemas.microsoft.com/office/drawing/2014/main" id="{E969A260-4478-8283-0A8C-4B89E5F55ADE}"/>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de-CH" sz="1200" b="0" i="0" u="none" strike="noStrike" kern="1200" cap="none" spc="0" baseline="0">
                <a:solidFill>
                  <a:srgbClr val="000000"/>
                </a:solidFill>
                <a:uFillTx/>
                <a:latin typeface="Calibri"/>
              </a:defRPr>
            </a:lvl1pPr>
          </a:lstStyle>
          <a:p>
            <a:pPr lvl="0"/>
            <a:endParaRPr lang="de-CH"/>
          </a:p>
        </p:txBody>
      </p:sp>
      <p:sp>
        <p:nvSpPr>
          <p:cNvPr id="7" name="Foliennummernplatzhalter 6">
            <a:extLst>
              <a:ext uri="{FF2B5EF4-FFF2-40B4-BE49-F238E27FC236}">
                <a16:creationId xmlns:a16="http://schemas.microsoft.com/office/drawing/2014/main" id="{85D64B53-C345-D7D7-38DD-9BAE8A6ADE7E}"/>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de-CH" sz="1200" b="0" i="0" u="none" strike="noStrike" kern="1200" cap="none" spc="0" baseline="0">
                <a:solidFill>
                  <a:srgbClr val="000000"/>
                </a:solidFill>
                <a:uFillTx/>
                <a:latin typeface="Calibri"/>
              </a:defRPr>
            </a:lvl1pPr>
          </a:lstStyle>
          <a:p>
            <a:pPr lvl="0"/>
            <a:fld id="{2E811956-FAD5-9541-8DD0-F75D7D39EDD4}" type="slidenum">
              <a:t>‹#›</a:t>
            </a:fld>
            <a:endParaRPr lang="de-CH"/>
          </a:p>
        </p:txBody>
      </p:sp>
    </p:spTree>
    <p:extLst>
      <p:ext uri="{BB962C8B-B14F-4D97-AF65-F5344CB8AC3E}">
        <p14:creationId xmlns:p14="http://schemas.microsoft.com/office/powerpoint/2010/main" val="3378567352"/>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9B291-7391-B7D1-F606-FD54E39E52F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67D4E3F-21FA-8331-90C9-D56D2E0F1EC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FC503D5-DC7D-9922-7620-0FCD332D59D0}"/>
              </a:ext>
            </a:extLst>
          </p:cNvPr>
          <p:cNvSpPr txBox="1">
            <a:spLocks noGrp="1"/>
          </p:cNvSpPr>
          <p:nvPr>
            <p:ph type="body" sz="quarter" idx="1"/>
          </p:nvPr>
        </p:nvSpPr>
        <p:spPr/>
        <p:txBody>
          <a:bodyPr/>
          <a:lstStyle/>
          <a:p>
            <a:endParaRPr lang="en-CH"/>
          </a:p>
        </p:txBody>
      </p:sp>
      <p:sp>
        <p:nvSpPr>
          <p:cNvPr id="4" name="Foliennummernplatzhalter 3">
            <a:extLst>
              <a:ext uri="{FF2B5EF4-FFF2-40B4-BE49-F238E27FC236}">
                <a16:creationId xmlns:a16="http://schemas.microsoft.com/office/drawing/2014/main" id="{E03BD620-DE39-B048-0E99-071D2E5F76F9}"/>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D1867697-DC56-5249-80A8-AEE479EBE6A2}" type="slidenum">
              <a:t>1</a:t>
            </a:fld>
            <a:endParaRPr lang="de-CH"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2700551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334A5-3C39-E9DD-DEF0-5EC2EE18F7F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A58075A-4C73-705D-9F7D-F312CFC34FA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EEE90D7-C2D5-A787-D0C6-D0290BA31C27}"/>
              </a:ext>
            </a:extLst>
          </p:cNvPr>
          <p:cNvSpPr txBox="1">
            <a:spLocks noGrp="1"/>
          </p:cNvSpPr>
          <p:nvPr>
            <p:ph type="body" sz="quarter" idx="1"/>
          </p:nvPr>
        </p:nvSpPr>
        <p:spPr/>
        <p:txBody>
          <a:bodyPr/>
          <a:lstStyle/>
          <a:p>
            <a:endParaRPr lang="en-CH"/>
          </a:p>
        </p:txBody>
      </p:sp>
      <p:sp>
        <p:nvSpPr>
          <p:cNvPr id="4" name="Foliennummernplatzhalter 3">
            <a:extLst>
              <a:ext uri="{FF2B5EF4-FFF2-40B4-BE49-F238E27FC236}">
                <a16:creationId xmlns:a16="http://schemas.microsoft.com/office/drawing/2014/main" id="{676579F9-CB37-1EB3-8089-CC250C725F1D}"/>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CBC37B5A-2689-924A-ADD1-FEBA62312D7B}" type="slidenum">
              <a:t>8</a:t>
            </a:fld>
            <a:endParaRPr lang="de-CH"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15051334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BD1228-787C-50C6-1614-75383D240EE3}"/>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fr-FR"/>
              <a:t>Modifiez le style du titre</a:t>
            </a:r>
            <a:endParaRPr lang="de-CH"/>
          </a:p>
        </p:txBody>
      </p:sp>
      <p:sp>
        <p:nvSpPr>
          <p:cNvPr id="3" name="Untertitel 2">
            <a:extLst>
              <a:ext uri="{FF2B5EF4-FFF2-40B4-BE49-F238E27FC236}">
                <a16:creationId xmlns:a16="http://schemas.microsoft.com/office/drawing/2014/main" id="{DFAEAB97-AF2D-419D-5778-C94D8174D72E}"/>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fr-FR"/>
              <a:t>Modifiez le style des sous-titres du masque</a:t>
            </a:r>
            <a:endParaRPr lang="de-CH"/>
          </a:p>
        </p:txBody>
      </p:sp>
      <p:sp>
        <p:nvSpPr>
          <p:cNvPr id="4" name="Datumsplatzhalter 3">
            <a:extLst>
              <a:ext uri="{FF2B5EF4-FFF2-40B4-BE49-F238E27FC236}">
                <a16:creationId xmlns:a16="http://schemas.microsoft.com/office/drawing/2014/main" id="{3D05ADAE-B08A-D1F6-1C06-FF29861175DC}"/>
              </a:ext>
            </a:extLst>
          </p:cNvPr>
          <p:cNvSpPr txBox="1">
            <a:spLocks noGrp="1"/>
          </p:cNvSpPr>
          <p:nvPr>
            <p:ph type="dt" sz="half" idx="7"/>
          </p:nvPr>
        </p:nvSpPr>
        <p:spPr/>
        <p:txBody>
          <a:bodyPr/>
          <a:lstStyle>
            <a:lvl1pPr>
              <a:defRPr/>
            </a:lvl1pPr>
          </a:lstStyle>
          <a:p>
            <a:pPr lvl="0"/>
            <a:fld id="{CE4BCDC6-116E-014B-8663-C2DF8C0BBD86}" type="datetime1">
              <a:rPr lang="de-CH"/>
              <a:pPr lvl="0"/>
              <a:t>26.03.2026</a:t>
            </a:fld>
            <a:endParaRPr lang="de-CH"/>
          </a:p>
        </p:txBody>
      </p:sp>
      <p:sp>
        <p:nvSpPr>
          <p:cNvPr id="5" name="Fußzeilenplatzhalter 4">
            <a:extLst>
              <a:ext uri="{FF2B5EF4-FFF2-40B4-BE49-F238E27FC236}">
                <a16:creationId xmlns:a16="http://schemas.microsoft.com/office/drawing/2014/main" id="{992B0AA7-AB74-42F3-EB71-EC1D19697E8B}"/>
              </a:ext>
            </a:extLst>
          </p:cNvPr>
          <p:cNvSpPr txBox="1">
            <a:spLocks noGrp="1"/>
          </p:cNvSpPr>
          <p:nvPr>
            <p:ph type="ftr" sz="quarter" idx="9"/>
          </p:nvPr>
        </p:nvSpPr>
        <p:spPr/>
        <p:txBody>
          <a:bodyPr/>
          <a:lstStyle>
            <a:lvl1pPr>
              <a:defRPr/>
            </a:lvl1pPr>
          </a:lstStyle>
          <a:p>
            <a:pPr lvl="0"/>
            <a:endParaRPr lang="de-CH"/>
          </a:p>
        </p:txBody>
      </p:sp>
      <p:sp>
        <p:nvSpPr>
          <p:cNvPr id="6" name="Foliennummernplatzhalter 5">
            <a:extLst>
              <a:ext uri="{FF2B5EF4-FFF2-40B4-BE49-F238E27FC236}">
                <a16:creationId xmlns:a16="http://schemas.microsoft.com/office/drawing/2014/main" id="{03425910-F98A-DF5E-9102-8E881D79997B}"/>
              </a:ext>
            </a:extLst>
          </p:cNvPr>
          <p:cNvSpPr txBox="1">
            <a:spLocks noGrp="1"/>
          </p:cNvSpPr>
          <p:nvPr>
            <p:ph type="sldNum" sz="quarter" idx="8"/>
          </p:nvPr>
        </p:nvSpPr>
        <p:spPr/>
        <p:txBody>
          <a:bodyPr/>
          <a:lstStyle>
            <a:lvl1pPr>
              <a:defRPr/>
            </a:lvl1pPr>
          </a:lstStyle>
          <a:p>
            <a:pPr lvl="0"/>
            <a:fld id="{28BE3A6A-DF5B-8D4A-9B11-EA7C52A80679}" type="slidenum">
              <a:t>‹#›</a:t>
            </a:fld>
            <a:endParaRPr lang="de-CH"/>
          </a:p>
        </p:txBody>
      </p:sp>
      <p:pic>
        <p:nvPicPr>
          <p:cNvPr id="7" name="Image 10" descr="Une image contenant habits, personne, chaussures, dessin humoristique&#10;&#10;Le contenu généré par l’IA peut être incorrect.">
            <a:extLst>
              <a:ext uri="{FF2B5EF4-FFF2-40B4-BE49-F238E27FC236}">
                <a16:creationId xmlns:a16="http://schemas.microsoft.com/office/drawing/2014/main" id="{F58CA1F0-3730-5422-2805-3526AD3BAF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4000" y="5647931"/>
            <a:ext cx="1645919" cy="1097279"/>
          </a:xfrm>
          <a:prstGeom prst="rect">
            <a:avLst/>
          </a:prstGeom>
        </p:spPr>
      </p:pic>
      <p:pic>
        <p:nvPicPr>
          <p:cNvPr id="8" name="Picture 2" descr="H4SG - Hack for Social Good - Haute-Ecole Arc">
            <a:extLst>
              <a:ext uri="{FF2B5EF4-FFF2-40B4-BE49-F238E27FC236}">
                <a16:creationId xmlns:a16="http://schemas.microsoft.com/office/drawing/2014/main" id="{761E88C9-53DD-18EB-28A5-761A19B7D60C}"/>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82748" y="237992"/>
            <a:ext cx="1241255" cy="617180"/>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5">
            <a:extLst>
              <a:ext uri="{FF2B5EF4-FFF2-40B4-BE49-F238E27FC236}">
                <a16:creationId xmlns:a16="http://schemas.microsoft.com/office/drawing/2014/main" id="{05FEFE30-114F-CC35-F9FF-5216253B382B}"/>
              </a:ext>
            </a:extLst>
          </p:cNvPr>
          <p:cNvSpPr txBox="1"/>
          <p:nvPr userDrawn="1"/>
        </p:nvSpPr>
        <p:spPr>
          <a:xfrm>
            <a:off x="-254000" y="6468211"/>
            <a:ext cx="12192000" cy="276999"/>
          </a:xfrm>
          <a:prstGeom prst="rect">
            <a:avLst/>
          </a:prstGeom>
          <a:noFill/>
        </p:spPr>
        <p:txBody>
          <a:bodyPr wrap="square" rtlCol="0">
            <a:spAutoFit/>
          </a:bodyPr>
          <a:lstStyle/>
          <a:p>
            <a:pPr algn="r"/>
            <a:r>
              <a:rPr lang="fr-FR" sz="1200" b="1">
                <a:latin typeface="Arial" panose="020B0604020202020204" pitchFamily="34" charset="0"/>
                <a:cs typeface="Arial" panose="020B0604020202020204" pitchFamily="34" charset="0"/>
              </a:rPr>
              <a:t>March 27-28, 2026</a:t>
            </a:r>
            <a:r>
              <a:rPr lang="fr-CH" sz="1200" b="1">
                <a:latin typeface="Arial" panose="020B0604020202020204" pitchFamily="34" charset="0"/>
                <a:cs typeface="Arial" panose="020B0604020202020204" pitchFamily="34" charset="0"/>
              </a:rPr>
              <a:t> · Haute école de gestion Arc · Campus Arc 1 · Neuchâtel</a:t>
            </a:r>
          </a:p>
        </p:txBody>
      </p:sp>
      <p:pic>
        <p:nvPicPr>
          <p:cNvPr id="10" name="Picture 9" descr="Blue letters on a white background&#10;&#10;AI-generated content may be incorrect.">
            <a:extLst>
              <a:ext uri="{FF2B5EF4-FFF2-40B4-BE49-F238E27FC236}">
                <a16:creationId xmlns:a16="http://schemas.microsoft.com/office/drawing/2014/main" id="{C3B21999-49DF-F1B3-003C-ADFE40B2F50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265920" y="58921"/>
            <a:ext cx="2834640" cy="684391"/>
          </a:xfrm>
          <a:prstGeom prst="rect">
            <a:avLst/>
          </a:prstGeom>
        </p:spPr>
      </p:pic>
    </p:spTree>
    <p:extLst>
      <p:ext uri="{BB962C8B-B14F-4D97-AF65-F5344CB8AC3E}">
        <p14:creationId xmlns:p14="http://schemas.microsoft.com/office/powerpoint/2010/main" val="395965717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6241AE-7DF8-7E41-C6C1-0A87A7C5F072}"/>
              </a:ext>
            </a:extLst>
          </p:cNvPr>
          <p:cNvSpPr txBox="1">
            <a:spLocks noGrp="1"/>
          </p:cNvSpPr>
          <p:nvPr>
            <p:ph type="title"/>
          </p:nvPr>
        </p:nvSpPr>
        <p:spPr>
          <a:xfrm>
            <a:off x="838203" y="1073508"/>
            <a:ext cx="10515600" cy="617180"/>
          </a:xfrm>
        </p:spPr>
        <p:txBody>
          <a:bodyPr/>
          <a:lstStyle>
            <a:lvl1pPr>
              <a:defRPr/>
            </a:lvl1pPr>
          </a:lstStyle>
          <a:p>
            <a:pPr lvl="0"/>
            <a:r>
              <a:rPr lang="fr-FR"/>
              <a:t>Modifiez le style du titre</a:t>
            </a:r>
            <a:endParaRPr lang="de-CH"/>
          </a:p>
        </p:txBody>
      </p:sp>
      <p:sp>
        <p:nvSpPr>
          <p:cNvPr id="3" name="Inhaltsplatzhalter 2">
            <a:extLst>
              <a:ext uri="{FF2B5EF4-FFF2-40B4-BE49-F238E27FC236}">
                <a16:creationId xmlns:a16="http://schemas.microsoft.com/office/drawing/2014/main" id="{C1AE3859-4BDA-9557-0482-E9BC6AFE820F}"/>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CH"/>
          </a:p>
        </p:txBody>
      </p:sp>
      <p:sp>
        <p:nvSpPr>
          <p:cNvPr id="4" name="Datumsplatzhalter 3">
            <a:extLst>
              <a:ext uri="{FF2B5EF4-FFF2-40B4-BE49-F238E27FC236}">
                <a16:creationId xmlns:a16="http://schemas.microsoft.com/office/drawing/2014/main" id="{59EA4FD4-C905-B7AD-800F-3FE7EAB994F2}"/>
              </a:ext>
            </a:extLst>
          </p:cNvPr>
          <p:cNvSpPr txBox="1">
            <a:spLocks noGrp="1"/>
          </p:cNvSpPr>
          <p:nvPr>
            <p:ph type="dt" sz="half" idx="7"/>
          </p:nvPr>
        </p:nvSpPr>
        <p:spPr/>
        <p:txBody>
          <a:bodyPr/>
          <a:lstStyle>
            <a:lvl1pPr>
              <a:defRPr/>
            </a:lvl1pPr>
          </a:lstStyle>
          <a:p>
            <a:pPr lvl="0"/>
            <a:fld id="{F311AE7B-958A-854E-A364-B32D73F85675}" type="datetime1">
              <a:rPr lang="de-CH"/>
              <a:pPr lvl="0"/>
              <a:t>26.03.2026</a:t>
            </a:fld>
            <a:endParaRPr lang="de-CH"/>
          </a:p>
        </p:txBody>
      </p:sp>
      <p:sp>
        <p:nvSpPr>
          <p:cNvPr id="5" name="Fußzeilenplatzhalter 4">
            <a:extLst>
              <a:ext uri="{FF2B5EF4-FFF2-40B4-BE49-F238E27FC236}">
                <a16:creationId xmlns:a16="http://schemas.microsoft.com/office/drawing/2014/main" id="{4F9BB58B-C5D5-851A-8993-C655374BCB90}"/>
              </a:ext>
            </a:extLst>
          </p:cNvPr>
          <p:cNvSpPr txBox="1">
            <a:spLocks noGrp="1"/>
          </p:cNvSpPr>
          <p:nvPr>
            <p:ph type="ftr" sz="quarter" idx="9"/>
          </p:nvPr>
        </p:nvSpPr>
        <p:spPr/>
        <p:txBody>
          <a:bodyPr/>
          <a:lstStyle>
            <a:lvl1pPr>
              <a:defRPr/>
            </a:lvl1pPr>
          </a:lstStyle>
          <a:p>
            <a:pPr lvl="0"/>
            <a:endParaRPr lang="de-CH"/>
          </a:p>
        </p:txBody>
      </p:sp>
      <p:sp>
        <p:nvSpPr>
          <p:cNvPr id="6" name="Foliennummernplatzhalter 5">
            <a:extLst>
              <a:ext uri="{FF2B5EF4-FFF2-40B4-BE49-F238E27FC236}">
                <a16:creationId xmlns:a16="http://schemas.microsoft.com/office/drawing/2014/main" id="{B5BBDC23-6F7B-E4D8-DC78-AAD413E99CFF}"/>
              </a:ext>
            </a:extLst>
          </p:cNvPr>
          <p:cNvSpPr txBox="1">
            <a:spLocks noGrp="1"/>
          </p:cNvSpPr>
          <p:nvPr>
            <p:ph type="sldNum" sz="quarter" idx="8"/>
          </p:nvPr>
        </p:nvSpPr>
        <p:spPr/>
        <p:txBody>
          <a:bodyPr/>
          <a:lstStyle>
            <a:lvl1pPr>
              <a:defRPr/>
            </a:lvl1pPr>
          </a:lstStyle>
          <a:p>
            <a:pPr lvl="0"/>
            <a:fld id="{302A04FB-C19C-A549-B80A-163523A7235B}" type="slidenum">
              <a:t>‹#›</a:t>
            </a:fld>
            <a:endParaRPr lang="de-CH"/>
          </a:p>
        </p:txBody>
      </p:sp>
      <p:pic>
        <p:nvPicPr>
          <p:cNvPr id="7" name="Image 10" descr="Une image contenant habits, personne, chaussures, dessin humoristique&#10;&#10;Le contenu généré par l’IA peut être incorrect.">
            <a:extLst>
              <a:ext uri="{FF2B5EF4-FFF2-40B4-BE49-F238E27FC236}">
                <a16:creationId xmlns:a16="http://schemas.microsoft.com/office/drawing/2014/main" id="{A2792E3B-61A9-4528-221D-49CFAA5541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4000" y="5647931"/>
            <a:ext cx="1645919" cy="1097279"/>
          </a:xfrm>
          <a:prstGeom prst="rect">
            <a:avLst/>
          </a:prstGeom>
        </p:spPr>
      </p:pic>
      <p:pic>
        <p:nvPicPr>
          <p:cNvPr id="8" name="Picture 2" descr="H4SG - Hack for Social Good - Haute-Ecole Arc">
            <a:extLst>
              <a:ext uri="{FF2B5EF4-FFF2-40B4-BE49-F238E27FC236}">
                <a16:creationId xmlns:a16="http://schemas.microsoft.com/office/drawing/2014/main" id="{3EF93FED-AA6E-C793-8326-682464947A6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82748" y="237992"/>
            <a:ext cx="1241255" cy="61718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Blue letters on a white background&#10;&#10;AI-generated content may be incorrect.">
            <a:extLst>
              <a:ext uri="{FF2B5EF4-FFF2-40B4-BE49-F238E27FC236}">
                <a16:creationId xmlns:a16="http://schemas.microsoft.com/office/drawing/2014/main" id="{7D3DA126-00B6-DDF1-8BE0-4FF9998AE7D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265920" y="58921"/>
            <a:ext cx="2834640" cy="684391"/>
          </a:xfrm>
          <a:prstGeom prst="rect">
            <a:avLst/>
          </a:prstGeom>
        </p:spPr>
      </p:pic>
    </p:spTree>
    <p:extLst>
      <p:ext uri="{BB962C8B-B14F-4D97-AF65-F5344CB8AC3E}">
        <p14:creationId xmlns:p14="http://schemas.microsoft.com/office/powerpoint/2010/main" val="198809886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A812E8-BD61-168B-7718-21266F8E4DC5}"/>
              </a:ext>
            </a:extLst>
          </p:cNvPr>
          <p:cNvSpPr txBox="1">
            <a:spLocks noGrp="1"/>
          </p:cNvSpPr>
          <p:nvPr>
            <p:ph type="title"/>
          </p:nvPr>
        </p:nvSpPr>
        <p:spPr>
          <a:xfrm>
            <a:off x="831847" y="1709735"/>
            <a:ext cx="10515600" cy="2852735"/>
          </a:xfrm>
        </p:spPr>
        <p:txBody>
          <a:bodyPr anchor="b"/>
          <a:lstStyle>
            <a:lvl1pPr>
              <a:defRPr sz="6000"/>
            </a:lvl1pPr>
          </a:lstStyle>
          <a:p>
            <a:pPr lvl="0"/>
            <a:r>
              <a:rPr lang="fr-FR"/>
              <a:t>Modifiez le style du titre</a:t>
            </a:r>
            <a:endParaRPr lang="de-CH"/>
          </a:p>
        </p:txBody>
      </p:sp>
      <p:sp>
        <p:nvSpPr>
          <p:cNvPr id="3" name="Textplatzhalter 2">
            <a:extLst>
              <a:ext uri="{FF2B5EF4-FFF2-40B4-BE49-F238E27FC236}">
                <a16:creationId xmlns:a16="http://schemas.microsoft.com/office/drawing/2014/main" id="{3EEBB851-2AF0-767F-16CB-2CAB5AB9C8D9}"/>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fr-FR"/>
              <a:t>Cliquez pour modifier les styles du texte du masque</a:t>
            </a:r>
          </a:p>
        </p:txBody>
      </p:sp>
      <p:sp>
        <p:nvSpPr>
          <p:cNvPr id="4" name="Datumsplatzhalter 3">
            <a:extLst>
              <a:ext uri="{FF2B5EF4-FFF2-40B4-BE49-F238E27FC236}">
                <a16:creationId xmlns:a16="http://schemas.microsoft.com/office/drawing/2014/main" id="{46A646C9-E0D0-DE72-F76D-6A4A29086525}"/>
              </a:ext>
            </a:extLst>
          </p:cNvPr>
          <p:cNvSpPr txBox="1">
            <a:spLocks noGrp="1"/>
          </p:cNvSpPr>
          <p:nvPr>
            <p:ph type="dt" sz="half" idx="7"/>
          </p:nvPr>
        </p:nvSpPr>
        <p:spPr/>
        <p:txBody>
          <a:bodyPr/>
          <a:lstStyle>
            <a:lvl1pPr>
              <a:defRPr/>
            </a:lvl1pPr>
          </a:lstStyle>
          <a:p>
            <a:pPr lvl="0"/>
            <a:fld id="{C718C64E-3C37-4343-AEBA-6C000C08ADC7}" type="datetime1">
              <a:rPr lang="de-CH"/>
              <a:pPr lvl="0"/>
              <a:t>26.03.2026</a:t>
            </a:fld>
            <a:endParaRPr lang="de-CH"/>
          </a:p>
        </p:txBody>
      </p:sp>
      <p:sp>
        <p:nvSpPr>
          <p:cNvPr id="5" name="Fußzeilenplatzhalter 4">
            <a:extLst>
              <a:ext uri="{FF2B5EF4-FFF2-40B4-BE49-F238E27FC236}">
                <a16:creationId xmlns:a16="http://schemas.microsoft.com/office/drawing/2014/main" id="{3C08EEFE-14FC-59BA-C171-39AA849AD222}"/>
              </a:ext>
            </a:extLst>
          </p:cNvPr>
          <p:cNvSpPr txBox="1">
            <a:spLocks noGrp="1"/>
          </p:cNvSpPr>
          <p:nvPr>
            <p:ph type="ftr" sz="quarter" idx="9"/>
          </p:nvPr>
        </p:nvSpPr>
        <p:spPr/>
        <p:txBody>
          <a:bodyPr/>
          <a:lstStyle>
            <a:lvl1pPr>
              <a:defRPr/>
            </a:lvl1pPr>
          </a:lstStyle>
          <a:p>
            <a:pPr lvl="0"/>
            <a:endParaRPr lang="de-CH"/>
          </a:p>
        </p:txBody>
      </p:sp>
      <p:sp>
        <p:nvSpPr>
          <p:cNvPr id="6" name="Foliennummernplatzhalter 5">
            <a:extLst>
              <a:ext uri="{FF2B5EF4-FFF2-40B4-BE49-F238E27FC236}">
                <a16:creationId xmlns:a16="http://schemas.microsoft.com/office/drawing/2014/main" id="{FC1ECA8C-3D53-7561-7476-3D7BD90AE095}"/>
              </a:ext>
            </a:extLst>
          </p:cNvPr>
          <p:cNvSpPr txBox="1">
            <a:spLocks noGrp="1"/>
          </p:cNvSpPr>
          <p:nvPr>
            <p:ph type="sldNum" sz="quarter" idx="8"/>
          </p:nvPr>
        </p:nvSpPr>
        <p:spPr/>
        <p:txBody>
          <a:bodyPr/>
          <a:lstStyle>
            <a:lvl1pPr>
              <a:defRPr/>
            </a:lvl1pPr>
          </a:lstStyle>
          <a:p>
            <a:pPr lvl="0"/>
            <a:fld id="{DACF37A7-5190-B34B-8DD9-2DC031F61A0E}" type="slidenum">
              <a:t>‹#›</a:t>
            </a:fld>
            <a:endParaRPr lang="de-CH"/>
          </a:p>
        </p:txBody>
      </p:sp>
    </p:spTree>
    <p:extLst>
      <p:ext uri="{BB962C8B-B14F-4D97-AF65-F5344CB8AC3E}">
        <p14:creationId xmlns:p14="http://schemas.microsoft.com/office/powerpoint/2010/main" val="1815221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91E04A-2EDB-0D7D-AEE3-2C26392861A7}"/>
              </a:ext>
            </a:extLst>
          </p:cNvPr>
          <p:cNvSpPr txBox="1">
            <a:spLocks noGrp="1"/>
          </p:cNvSpPr>
          <p:nvPr>
            <p:ph type="title"/>
          </p:nvPr>
        </p:nvSpPr>
        <p:spPr/>
        <p:txBody>
          <a:bodyPr/>
          <a:lstStyle>
            <a:lvl1pPr>
              <a:defRPr/>
            </a:lvl1pPr>
          </a:lstStyle>
          <a:p>
            <a:pPr lvl="0"/>
            <a:r>
              <a:rPr lang="fr-FR"/>
              <a:t>Modifiez le style du titre</a:t>
            </a:r>
            <a:endParaRPr lang="de-CH"/>
          </a:p>
        </p:txBody>
      </p:sp>
      <p:sp>
        <p:nvSpPr>
          <p:cNvPr id="3" name="Inhaltsplatzhalter 2">
            <a:extLst>
              <a:ext uri="{FF2B5EF4-FFF2-40B4-BE49-F238E27FC236}">
                <a16:creationId xmlns:a16="http://schemas.microsoft.com/office/drawing/2014/main" id="{7A35BC7C-D783-66D1-4386-433091C234F7}"/>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CH"/>
          </a:p>
        </p:txBody>
      </p:sp>
      <p:sp>
        <p:nvSpPr>
          <p:cNvPr id="4" name="Inhaltsplatzhalter 3">
            <a:extLst>
              <a:ext uri="{FF2B5EF4-FFF2-40B4-BE49-F238E27FC236}">
                <a16:creationId xmlns:a16="http://schemas.microsoft.com/office/drawing/2014/main" id="{8072A62D-32E5-AFAE-8514-37C02D7BB16E}"/>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CH"/>
          </a:p>
        </p:txBody>
      </p:sp>
      <p:sp>
        <p:nvSpPr>
          <p:cNvPr id="5" name="Datumsplatzhalter 4">
            <a:extLst>
              <a:ext uri="{FF2B5EF4-FFF2-40B4-BE49-F238E27FC236}">
                <a16:creationId xmlns:a16="http://schemas.microsoft.com/office/drawing/2014/main" id="{52F5F14A-2E5C-8883-FE33-8B397DABAFED}"/>
              </a:ext>
            </a:extLst>
          </p:cNvPr>
          <p:cNvSpPr txBox="1">
            <a:spLocks noGrp="1"/>
          </p:cNvSpPr>
          <p:nvPr>
            <p:ph type="dt" sz="half" idx="7"/>
          </p:nvPr>
        </p:nvSpPr>
        <p:spPr/>
        <p:txBody>
          <a:bodyPr/>
          <a:lstStyle>
            <a:lvl1pPr>
              <a:defRPr/>
            </a:lvl1pPr>
          </a:lstStyle>
          <a:p>
            <a:pPr lvl="0"/>
            <a:fld id="{5EF81917-4268-1149-AFCE-2157B63EAA21}" type="datetime1">
              <a:rPr lang="de-CH"/>
              <a:pPr lvl="0"/>
              <a:t>26.03.2026</a:t>
            </a:fld>
            <a:endParaRPr lang="de-CH"/>
          </a:p>
        </p:txBody>
      </p:sp>
      <p:sp>
        <p:nvSpPr>
          <p:cNvPr id="6" name="Fußzeilenplatzhalter 5">
            <a:extLst>
              <a:ext uri="{FF2B5EF4-FFF2-40B4-BE49-F238E27FC236}">
                <a16:creationId xmlns:a16="http://schemas.microsoft.com/office/drawing/2014/main" id="{706ED1B0-EA3A-936A-39B8-452C0A76795A}"/>
              </a:ext>
            </a:extLst>
          </p:cNvPr>
          <p:cNvSpPr txBox="1">
            <a:spLocks noGrp="1"/>
          </p:cNvSpPr>
          <p:nvPr>
            <p:ph type="ftr" sz="quarter" idx="9"/>
          </p:nvPr>
        </p:nvSpPr>
        <p:spPr/>
        <p:txBody>
          <a:bodyPr/>
          <a:lstStyle>
            <a:lvl1pPr>
              <a:defRPr/>
            </a:lvl1pPr>
          </a:lstStyle>
          <a:p>
            <a:pPr lvl="0"/>
            <a:endParaRPr lang="de-CH"/>
          </a:p>
        </p:txBody>
      </p:sp>
      <p:sp>
        <p:nvSpPr>
          <p:cNvPr id="7" name="Foliennummernplatzhalter 6">
            <a:extLst>
              <a:ext uri="{FF2B5EF4-FFF2-40B4-BE49-F238E27FC236}">
                <a16:creationId xmlns:a16="http://schemas.microsoft.com/office/drawing/2014/main" id="{F8EE0C30-4A19-1ED8-28D7-F84F04EAC229}"/>
              </a:ext>
            </a:extLst>
          </p:cNvPr>
          <p:cNvSpPr txBox="1">
            <a:spLocks noGrp="1"/>
          </p:cNvSpPr>
          <p:nvPr>
            <p:ph type="sldNum" sz="quarter" idx="8"/>
          </p:nvPr>
        </p:nvSpPr>
        <p:spPr/>
        <p:txBody>
          <a:bodyPr/>
          <a:lstStyle>
            <a:lvl1pPr>
              <a:defRPr/>
            </a:lvl1pPr>
          </a:lstStyle>
          <a:p>
            <a:pPr lvl="0"/>
            <a:fld id="{B390AA21-A917-8C41-9810-2077F84FD302}" type="slidenum">
              <a:t>‹#›</a:t>
            </a:fld>
            <a:endParaRPr lang="de-CH"/>
          </a:p>
        </p:txBody>
      </p:sp>
    </p:spTree>
    <p:extLst>
      <p:ext uri="{BB962C8B-B14F-4D97-AF65-F5344CB8AC3E}">
        <p14:creationId xmlns:p14="http://schemas.microsoft.com/office/powerpoint/2010/main" val="1940102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E68C3C-0C43-AE87-B62A-38BF3357AF29}"/>
              </a:ext>
            </a:extLst>
          </p:cNvPr>
          <p:cNvSpPr txBox="1">
            <a:spLocks noGrp="1"/>
          </p:cNvSpPr>
          <p:nvPr>
            <p:ph type="title"/>
          </p:nvPr>
        </p:nvSpPr>
        <p:spPr>
          <a:xfrm>
            <a:off x="839784" y="365129"/>
            <a:ext cx="10515600" cy="1325559"/>
          </a:xfrm>
        </p:spPr>
        <p:txBody>
          <a:bodyPr/>
          <a:lstStyle>
            <a:lvl1pPr>
              <a:defRPr/>
            </a:lvl1pPr>
          </a:lstStyle>
          <a:p>
            <a:pPr lvl="0"/>
            <a:r>
              <a:rPr lang="fr-FR"/>
              <a:t>Modifiez le style du titre</a:t>
            </a:r>
            <a:endParaRPr lang="de-CH"/>
          </a:p>
        </p:txBody>
      </p:sp>
      <p:sp>
        <p:nvSpPr>
          <p:cNvPr id="3" name="Textplatzhalter 2">
            <a:extLst>
              <a:ext uri="{FF2B5EF4-FFF2-40B4-BE49-F238E27FC236}">
                <a16:creationId xmlns:a16="http://schemas.microsoft.com/office/drawing/2014/main" id="{BFB8994B-5CCD-4F2F-8266-34DCCC39B0AD}"/>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fr-FR"/>
              <a:t>Cliquez pour modifier les styles du texte du masque</a:t>
            </a:r>
          </a:p>
        </p:txBody>
      </p:sp>
      <p:sp>
        <p:nvSpPr>
          <p:cNvPr id="4" name="Inhaltsplatzhalter 3">
            <a:extLst>
              <a:ext uri="{FF2B5EF4-FFF2-40B4-BE49-F238E27FC236}">
                <a16:creationId xmlns:a16="http://schemas.microsoft.com/office/drawing/2014/main" id="{0E4E8872-8CB2-5E10-C0AD-DD21F4B6AC91}"/>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CH"/>
          </a:p>
        </p:txBody>
      </p:sp>
      <p:sp>
        <p:nvSpPr>
          <p:cNvPr id="5" name="Textplatzhalter 4">
            <a:extLst>
              <a:ext uri="{FF2B5EF4-FFF2-40B4-BE49-F238E27FC236}">
                <a16:creationId xmlns:a16="http://schemas.microsoft.com/office/drawing/2014/main" id="{0AC58DD5-E9E2-CAC9-529D-ADB109844A18}"/>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fr-FR"/>
              <a:t>Cliquez pour modifier les styles du texte du masque</a:t>
            </a:r>
          </a:p>
        </p:txBody>
      </p:sp>
      <p:sp>
        <p:nvSpPr>
          <p:cNvPr id="6" name="Inhaltsplatzhalter 5">
            <a:extLst>
              <a:ext uri="{FF2B5EF4-FFF2-40B4-BE49-F238E27FC236}">
                <a16:creationId xmlns:a16="http://schemas.microsoft.com/office/drawing/2014/main" id="{0B163B73-FF32-988A-FC57-E96A2C28F8AB}"/>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CH"/>
          </a:p>
        </p:txBody>
      </p:sp>
      <p:sp>
        <p:nvSpPr>
          <p:cNvPr id="7" name="Datumsplatzhalter 6">
            <a:extLst>
              <a:ext uri="{FF2B5EF4-FFF2-40B4-BE49-F238E27FC236}">
                <a16:creationId xmlns:a16="http://schemas.microsoft.com/office/drawing/2014/main" id="{48F8DFE4-E69E-C457-8746-599C4DEDB273}"/>
              </a:ext>
            </a:extLst>
          </p:cNvPr>
          <p:cNvSpPr txBox="1">
            <a:spLocks noGrp="1"/>
          </p:cNvSpPr>
          <p:nvPr>
            <p:ph type="dt" sz="half" idx="7"/>
          </p:nvPr>
        </p:nvSpPr>
        <p:spPr/>
        <p:txBody>
          <a:bodyPr/>
          <a:lstStyle>
            <a:lvl1pPr>
              <a:defRPr/>
            </a:lvl1pPr>
          </a:lstStyle>
          <a:p>
            <a:pPr lvl="0"/>
            <a:fld id="{6C1E451D-9D46-FC41-916B-AFCCA2AF63AD}" type="datetime1">
              <a:rPr lang="de-CH"/>
              <a:pPr lvl="0"/>
              <a:t>26.03.2026</a:t>
            </a:fld>
            <a:endParaRPr lang="de-CH"/>
          </a:p>
        </p:txBody>
      </p:sp>
      <p:sp>
        <p:nvSpPr>
          <p:cNvPr id="8" name="Fußzeilenplatzhalter 7">
            <a:extLst>
              <a:ext uri="{FF2B5EF4-FFF2-40B4-BE49-F238E27FC236}">
                <a16:creationId xmlns:a16="http://schemas.microsoft.com/office/drawing/2014/main" id="{61BD4400-1C82-A4BC-993A-795CDD01DAC0}"/>
              </a:ext>
            </a:extLst>
          </p:cNvPr>
          <p:cNvSpPr txBox="1">
            <a:spLocks noGrp="1"/>
          </p:cNvSpPr>
          <p:nvPr>
            <p:ph type="ftr" sz="quarter" idx="9"/>
          </p:nvPr>
        </p:nvSpPr>
        <p:spPr/>
        <p:txBody>
          <a:bodyPr/>
          <a:lstStyle>
            <a:lvl1pPr>
              <a:defRPr/>
            </a:lvl1pPr>
          </a:lstStyle>
          <a:p>
            <a:pPr lvl="0"/>
            <a:endParaRPr lang="de-CH"/>
          </a:p>
        </p:txBody>
      </p:sp>
      <p:sp>
        <p:nvSpPr>
          <p:cNvPr id="9" name="Foliennummernplatzhalter 8">
            <a:extLst>
              <a:ext uri="{FF2B5EF4-FFF2-40B4-BE49-F238E27FC236}">
                <a16:creationId xmlns:a16="http://schemas.microsoft.com/office/drawing/2014/main" id="{7A1825B4-64FE-85CF-3E4F-FCF1C4FEFD15}"/>
              </a:ext>
            </a:extLst>
          </p:cNvPr>
          <p:cNvSpPr txBox="1">
            <a:spLocks noGrp="1"/>
          </p:cNvSpPr>
          <p:nvPr>
            <p:ph type="sldNum" sz="quarter" idx="8"/>
          </p:nvPr>
        </p:nvSpPr>
        <p:spPr/>
        <p:txBody>
          <a:bodyPr/>
          <a:lstStyle>
            <a:lvl1pPr>
              <a:defRPr/>
            </a:lvl1pPr>
          </a:lstStyle>
          <a:p>
            <a:pPr lvl="0"/>
            <a:fld id="{FBF484A5-547C-614B-B34C-DA2CFDE8AEC6}" type="slidenum">
              <a:t>‹#›</a:t>
            </a:fld>
            <a:endParaRPr lang="de-CH"/>
          </a:p>
        </p:txBody>
      </p:sp>
    </p:spTree>
    <p:extLst>
      <p:ext uri="{BB962C8B-B14F-4D97-AF65-F5344CB8AC3E}">
        <p14:creationId xmlns:p14="http://schemas.microsoft.com/office/powerpoint/2010/main" val="1503572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06B92F-74D0-3E54-F741-4C52D2704F93}"/>
              </a:ext>
            </a:extLst>
          </p:cNvPr>
          <p:cNvSpPr txBox="1">
            <a:spLocks noGrp="1"/>
          </p:cNvSpPr>
          <p:nvPr>
            <p:ph type="title"/>
          </p:nvPr>
        </p:nvSpPr>
        <p:spPr/>
        <p:txBody>
          <a:bodyPr/>
          <a:lstStyle>
            <a:lvl1pPr>
              <a:defRPr/>
            </a:lvl1pPr>
          </a:lstStyle>
          <a:p>
            <a:pPr lvl="0"/>
            <a:r>
              <a:rPr lang="fr-FR"/>
              <a:t>Modifiez le style du titre</a:t>
            </a:r>
            <a:endParaRPr lang="de-CH"/>
          </a:p>
        </p:txBody>
      </p:sp>
      <p:sp>
        <p:nvSpPr>
          <p:cNvPr id="3" name="Datumsplatzhalter 2">
            <a:extLst>
              <a:ext uri="{FF2B5EF4-FFF2-40B4-BE49-F238E27FC236}">
                <a16:creationId xmlns:a16="http://schemas.microsoft.com/office/drawing/2014/main" id="{9052AEFC-0397-E9EF-2781-47C235D54D7A}"/>
              </a:ext>
            </a:extLst>
          </p:cNvPr>
          <p:cNvSpPr txBox="1">
            <a:spLocks noGrp="1"/>
          </p:cNvSpPr>
          <p:nvPr>
            <p:ph type="dt" sz="half" idx="7"/>
          </p:nvPr>
        </p:nvSpPr>
        <p:spPr/>
        <p:txBody>
          <a:bodyPr/>
          <a:lstStyle>
            <a:lvl1pPr>
              <a:defRPr/>
            </a:lvl1pPr>
          </a:lstStyle>
          <a:p>
            <a:pPr lvl="0"/>
            <a:fld id="{A24F24C8-267B-3646-B68F-EF05FE6D6A57}" type="datetime1">
              <a:rPr lang="de-CH"/>
              <a:pPr lvl="0"/>
              <a:t>26.03.2026</a:t>
            </a:fld>
            <a:endParaRPr lang="de-CH"/>
          </a:p>
        </p:txBody>
      </p:sp>
      <p:sp>
        <p:nvSpPr>
          <p:cNvPr id="4" name="Fußzeilenplatzhalter 3">
            <a:extLst>
              <a:ext uri="{FF2B5EF4-FFF2-40B4-BE49-F238E27FC236}">
                <a16:creationId xmlns:a16="http://schemas.microsoft.com/office/drawing/2014/main" id="{70CB6ACB-B10F-3EDA-5CF5-8393C37A615C}"/>
              </a:ext>
            </a:extLst>
          </p:cNvPr>
          <p:cNvSpPr txBox="1">
            <a:spLocks noGrp="1"/>
          </p:cNvSpPr>
          <p:nvPr>
            <p:ph type="ftr" sz="quarter" idx="9"/>
          </p:nvPr>
        </p:nvSpPr>
        <p:spPr/>
        <p:txBody>
          <a:bodyPr/>
          <a:lstStyle>
            <a:lvl1pPr>
              <a:defRPr/>
            </a:lvl1pPr>
          </a:lstStyle>
          <a:p>
            <a:pPr lvl="0"/>
            <a:endParaRPr lang="de-CH"/>
          </a:p>
        </p:txBody>
      </p:sp>
      <p:sp>
        <p:nvSpPr>
          <p:cNvPr id="5" name="Foliennummernplatzhalter 4">
            <a:extLst>
              <a:ext uri="{FF2B5EF4-FFF2-40B4-BE49-F238E27FC236}">
                <a16:creationId xmlns:a16="http://schemas.microsoft.com/office/drawing/2014/main" id="{BFEE39E5-621B-2DF2-3F6A-3BF61221B861}"/>
              </a:ext>
            </a:extLst>
          </p:cNvPr>
          <p:cNvSpPr txBox="1">
            <a:spLocks noGrp="1"/>
          </p:cNvSpPr>
          <p:nvPr>
            <p:ph type="sldNum" sz="quarter" idx="8"/>
          </p:nvPr>
        </p:nvSpPr>
        <p:spPr/>
        <p:txBody>
          <a:bodyPr/>
          <a:lstStyle>
            <a:lvl1pPr>
              <a:defRPr/>
            </a:lvl1pPr>
          </a:lstStyle>
          <a:p>
            <a:pPr lvl="0"/>
            <a:fld id="{A1EE85E4-6571-6B46-BE2B-7FDEBA923D47}" type="slidenum">
              <a:t>‹#›</a:t>
            </a:fld>
            <a:endParaRPr lang="de-CH"/>
          </a:p>
        </p:txBody>
      </p:sp>
    </p:spTree>
    <p:extLst>
      <p:ext uri="{BB962C8B-B14F-4D97-AF65-F5344CB8AC3E}">
        <p14:creationId xmlns:p14="http://schemas.microsoft.com/office/powerpoint/2010/main" val="744019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3CF3D1C-832B-A8BE-B0F6-7ABAA316F991}"/>
              </a:ext>
            </a:extLst>
          </p:cNvPr>
          <p:cNvSpPr txBox="1">
            <a:spLocks noGrp="1"/>
          </p:cNvSpPr>
          <p:nvPr>
            <p:ph type="dt" sz="half" idx="7"/>
          </p:nvPr>
        </p:nvSpPr>
        <p:spPr/>
        <p:txBody>
          <a:bodyPr/>
          <a:lstStyle>
            <a:lvl1pPr>
              <a:defRPr/>
            </a:lvl1pPr>
          </a:lstStyle>
          <a:p>
            <a:pPr lvl="0"/>
            <a:fld id="{E3D366AB-6EBD-0B47-AE56-675837ABF0C7}" type="datetime1">
              <a:rPr lang="de-CH"/>
              <a:pPr lvl="0"/>
              <a:t>26.03.2026</a:t>
            </a:fld>
            <a:endParaRPr lang="de-CH"/>
          </a:p>
        </p:txBody>
      </p:sp>
      <p:sp>
        <p:nvSpPr>
          <p:cNvPr id="3" name="Fußzeilenplatzhalter 2">
            <a:extLst>
              <a:ext uri="{FF2B5EF4-FFF2-40B4-BE49-F238E27FC236}">
                <a16:creationId xmlns:a16="http://schemas.microsoft.com/office/drawing/2014/main" id="{8E9199E3-3E0D-3AFF-B814-7DA2F3003302}"/>
              </a:ext>
            </a:extLst>
          </p:cNvPr>
          <p:cNvSpPr txBox="1">
            <a:spLocks noGrp="1"/>
          </p:cNvSpPr>
          <p:nvPr>
            <p:ph type="ftr" sz="quarter" idx="9"/>
          </p:nvPr>
        </p:nvSpPr>
        <p:spPr/>
        <p:txBody>
          <a:bodyPr/>
          <a:lstStyle>
            <a:lvl1pPr>
              <a:defRPr/>
            </a:lvl1pPr>
          </a:lstStyle>
          <a:p>
            <a:pPr lvl="0"/>
            <a:endParaRPr lang="de-CH"/>
          </a:p>
        </p:txBody>
      </p:sp>
      <p:sp>
        <p:nvSpPr>
          <p:cNvPr id="4" name="Foliennummernplatzhalter 3">
            <a:extLst>
              <a:ext uri="{FF2B5EF4-FFF2-40B4-BE49-F238E27FC236}">
                <a16:creationId xmlns:a16="http://schemas.microsoft.com/office/drawing/2014/main" id="{D9F5CE7F-C7FE-B901-A94B-F2A0BC2AC44A}"/>
              </a:ext>
            </a:extLst>
          </p:cNvPr>
          <p:cNvSpPr txBox="1">
            <a:spLocks noGrp="1"/>
          </p:cNvSpPr>
          <p:nvPr>
            <p:ph type="sldNum" sz="quarter" idx="8"/>
          </p:nvPr>
        </p:nvSpPr>
        <p:spPr/>
        <p:txBody>
          <a:bodyPr/>
          <a:lstStyle>
            <a:lvl1pPr>
              <a:defRPr/>
            </a:lvl1pPr>
          </a:lstStyle>
          <a:p>
            <a:pPr lvl="0"/>
            <a:fld id="{032FA023-CF0F-1541-837C-518A4DC16A95}" type="slidenum">
              <a:t>‹#›</a:t>
            </a:fld>
            <a:endParaRPr lang="de-CH"/>
          </a:p>
        </p:txBody>
      </p:sp>
    </p:spTree>
    <p:extLst>
      <p:ext uri="{BB962C8B-B14F-4D97-AF65-F5344CB8AC3E}">
        <p14:creationId xmlns:p14="http://schemas.microsoft.com/office/powerpoint/2010/main" val="3552745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AC6A75-BE2F-7B8F-105F-869055777996}"/>
              </a:ext>
            </a:extLst>
          </p:cNvPr>
          <p:cNvSpPr txBox="1">
            <a:spLocks noGrp="1"/>
          </p:cNvSpPr>
          <p:nvPr>
            <p:ph type="title"/>
          </p:nvPr>
        </p:nvSpPr>
        <p:spPr>
          <a:xfrm>
            <a:off x="839784" y="457200"/>
            <a:ext cx="3932240" cy="1600200"/>
          </a:xfrm>
        </p:spPr>
        <p:txBody>
          <a:bodyPr anchor="b"/>
          <a:lstStyle>
            <a:lvl1pPr>
              <a:defRPr sz="3200"/>
            </a:lvl1pPr>
          </a:lstStyle>
          <a:p>
            <a:pPr lvl="0"/>
            <a:r>
              <a:rPr lang="fr-FR"/>
              <a:t>Modifiez le style du titre</a:t>
            </a:r>
            <a:endParaRPr lang="de-CH"/>
          </a:p>
        </p:txBody>
      </p:sp>
      <p:sp>
        <p:nvSpPr>
          <p:cNvPr id="3" name="Inhaltsplatzhalter 2">
            <a:extLst>
              <a:ext uri="{FF2B5EF4-FFF2-40B4-BE49-F238E27FC236}">
                <a16:creationId xmlns:a16="http://schemas.microsoft.com/office/drawing/2014/main" id="{C7CD291E-32BE-1CE4-722C-BDC845BBAD74}"/>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CH"/>
          </a:p>
        </p:txBody>
      </p:sp>
      <p:sp>
        <p:nvSpPr>
          <p:cNvPr id="4" name="Textplatzhalter 3">
            <a:extLst>
              <a:ext uri="{FF2B5EF4-FFF2-40B4-BE49-F238E27FC236}">
                <a16:creationId xmlns:a16="http://schemas.microsoft.com/office/drawing/2014/main" id="{62289A82-1AE2-7658-E107-95D2613192EF}"/>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fr-FR"/>
              <a:t>Cliquez pour modifier les styles du texte du masque</a:t>
            </a:r>
          </a:p>
        </p:txBody>
      </p:sp>
      <p:sp>
        <p:nvSpPr>
          <p:cNvPr id="5" name="Datumsplatzhalter 4">
            <a:extLst>
              <a:ext uri="{FF2B5EF4-FFF2-40B4-BE49-F238E27FC236}">
                <a16:creationId xmlns:a16="http://schemas.microsoft.com/office/drawing/2014/main" id="{1F88F7C4-25DA-AB56-142D-9BABCBE72394}"/>
              </a:ext>
            </a:extLst>
          </p:cNvPr>
          <p:cNvSpPr txBox="1">
            <a:spLocks noGrp="1"/>
          </p:cNvSpPr>
          <p:nvPr>
            <p:ph type="dt" sz="half" idx="7"/>
          </p:nvPr>
        </p:nvSpPr>
        <p:spPr/>
        <p:txBody>
          <a:bodyPr/>
          <a:lstStyle>
            <a:lvl1pPr>
              <a:defRPr/>
            </a:lvl1pPr>
          </a:lstStyle>
          <a:p>
            <a:pPr lvl="0"/>
            <a:fld id="{AB3FA387-AE79-974B-8166-6AB167DFFBAE}" type="datetime1">
              <a:rPr lang="de-CH"/>
              <a:pPr lvl="0"/>
              <a:t>26.03.2026</a:t>
            </a:fld>
            <a:endParaRPr lang="de-CH"/>
          </a:p>
        </p:txBody>
      </p:sp>
      <p:sp>
        <p:nvSpPr>
          <p:cNvPr id="6" name="Fußzeilenplatzhalter 5">
            <a:extLst>
              <a:ext uri="{FF2B5EF4-FFF2-40B4-BE49-F238E27FC236}">
                <a16:creationId xmlns:a16="http://schemas.microsoft.com/office/drawing/2014/main" id="{D9B7500D-9446-D05C-A41C-F0D465867913}"/>
              </a:ext>
            </a:extLst>
          </p:cNvPr>
          <p:cNvSpPr txBox="1">
            <a:spLocks noGrp="1"/>
          </p:cNvSpPr>
          <p:nvPr>
            <p:ph type="ftr" sz="quarter" idx="9"/>
          </p:nvPr>
        </p:nvSpPr>
        <p:spPr/>
        <p:txBody>
          <a:bodyPr/>
          <a:lstStyle>
            <a:lvl1pPr>
              <a:defRPr/>
            </a:lvl1pPr>
          </a:lstStyle>
          <a:p>
            <a:pPr lvl="0"/>
            <a:endParaRPr lang="de-CH"/>
          </a:p>
        </p:txBody>
      </p:sp>
      <p:sp>
        <p:nvSpPr>
          <p:cNvPr id="7" name="Foliennummernplatzhalter 6">
            <a:extLst>
              <a:ext uri="{FF2B5EF4-FFF2-40B4-BE49-F238E27FC236}">
                <a16:creationId xmlns:a16="http://schemas.microsoft.com/office/drawing/2014/main" id="{69DB7E65-FB53-FFFD-F237-ACDEF4F42861}"/>
              </a:ext>
            </a:extLst>
          </p:cNvPr>
          <p:cNvSpPr txBox="1">
            <a:spLocks noGrp="1"/>
          </p:cNvSpPr>
          <p:nvPr>
            <p:ph type="sldNum" sz="quarter" idx="8"/>
          </p:nvPr>
        </p:nvSpPr>
        <p:spPr/>
        <p:txBody>
          <a:bodyPr/>
          <a:lstStyle>
            <a:lvl1pPr>
              <a:defRPr/>
            </a:lvl1pPr>
          </a:lstStyle>
          <a:p>
            <a:pPr lvl="0"/>
            <a:fld id="{9AE4302D-42EF-204C-9C14-6FDD9951A81A}" type="slidenum">
              <a:t>‹#›</a:t>
            </a:fld>
            <a:endParaRPr lang="de-CH"/>
          </a:p>
        </p:txBody>
      </p:sp>
    </p:spTree>
    <p:extLst>
      <p:ext uri="{BB962C8B-B14F-4D97-AF65-F5344CB8AC3E}">
        <p14:creationId xmlns:p14="http://schemas.microsoft.com/office/powerpoint/2010/main" val="349323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BDAB68-31D9-8579-0737-DC7102A91035}"/>
              </a:ext>
            </a:extLst>
          </p:cNvPr>
          <p:cNvSpPr txBox="1">
            <a:spLocks noGrp="1"/>
          </p:cNvSpPr>
          <p:nvPr>
            <p:ph type="title"/>
          </p:nvPr>
        </p:nvSpPr>
        <p:spPr>
          <a:xfrm>
            <a:off x="839784" y="457200"/>
            <a:ext cx="3932240" cy="1600200"/>
          </a:xfrm>
        </p:spPr>
        <p:txBody>
          <a:bodyPr anchor="b"/>
          <a:lstStyle>
            <a:lvl1pPr>
              <a:defRPr sz="3200"/>
            </a:lvl1pPr>
          </a:lstStyle>
          <a:p>
            <a:pPr lvl="0"/>
            <a:r>
              <a:rPr lang="fr-FR"/>
              <a:t>Modifiez le style du titre</a:t>
            </a:r>
            <a:endParaRPr lang="de-CH"/>
          </a:p>
        </p:txBody>
      </p:sp>
      <p:sp>
        <p:nvSpPr>
          <p:cNvPr id="3" name="Bildplatzhalter 2">
            <a:extLst>
              <a:ext uri="{FF2B5EF4-FFF2-40B4-BE49-F238E27FC236}">
                <a16:creationId xmlns:a16="http://schemas.microsoft.com/office/drawing/2014/main" id="{07868E0A-05CC-A8D9-566A-EB63EF5FCA7E}"/>
              </a:ext>
            </a:extLst>
          </p:cNvPr>
          <p:cNvSpPr txBox="1">
            <a:spLocks noGrp="1"/>
          </p:cNvSpPr>
          <p:nvPr>
            <p:ph type="pic" idx="1"/>
          </p:nvPr>
        </p:nvSpPr>
        <p:spPr>
          <a:xfrm>
            <a:off x="5183184" y="987423"/>
            <a:ext cx="6172200" cy="4873623"/>
          </a:xfrm>
        </p:spPr>
        <p:txBody>
          <a:bodyPr/>
          <a:lstStyle>
            <a:lvl1pPr marL="0" indent="0">
              <a:buNone/>
              <a:defRPr lang="de-CH" sz="3200"/>
            </a:lvl1pPr>
          </a:lstStyle>
          <a:p>
            <a:pPr lvl="0"/>
            <a:r>
              <a:rPr lang="fr-FR"/>
              <a:t>Cliquez sur l'icône pour ajouter une image</a:t>
            </a:r>
            <a:endParaRPr lang="de-CH"/>
          </a:p>
        </p:txBody>
      </p:sp>
      <p:sp>
        <p:nvSpPr>
          <p:cNvPr id="4" name="Textplatzhalter 3">
            <a:extLst>
              <a:ext uri="{FF2B5EF4-FFF2-40B4-BE49-F238E27FC236}">
                <a16:creationId xmlns:a16="http://schemas.microsoft.com/office/drawing/2014/main" id="{D1F5E5FA-F66E-23CB-71A0-F0013B4836D0}"/>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fr-FR"/>
              <a:t>Cliquez pour modifier les styles du texte du masque</a:t>
            </a:r>
          </a:p>
        </p:txBody>
      </p:sp>
      <p:sp>
        <p:nvSpPr>
          <p:cNvPr id="5" name="Datumsplatzhalter 4">
            <a:extLst>
              <a:ext uri="{FF2B5EF4-FFF2-40B4-BE49-F238E27FC236}">
                <a16:creationId xmlns:a16="http://schemas.microsoft.com/office/drawing/2014/main" id="{B73B15F5-EAD3-C95A-3C18-0449CE120BEB}"/>
              </a:ext>
            </a:extLst>
          </p:cNvPr>
          <p:cNvSpPr txBox="1">
            <a:spLocks noGrp="1"/>
          </p:cNvSpPr>
          <p:nvPr>
            <p:ph type="dt" sz="half" idx="7"/>
          </p:nvPr>
        </p:nvSpPr>
        <p:spPr/>
        <p:txBody>
          <a:bodyPr/>
          <a:lstStyle>
            <a:lvl1pPr>
              <a:defRPr/>
            </a:lvl1pPr>
          </a:lstStyle>
          <a:p>
            <a:pPr lvl="0"/>
            <a:fld id="{99282B02-EF86-ED4D-98F4-D3F6BD834D50}" type="datetime1">
              <a:rPr lang="de-CH"/>
              <a:pPr lvl="0"/>
              <a:t>26.03.2026</a:t>
            </a:fld>
            <a:endParaRPr lang="de-CH"/>
          </a:p>
        </p:txBody>
      </p:sp>
      <p:sp>
        <p:nvSpPr>
          <p:cNvPr id="6" name="Fußzeilenplatzhalter 5">
            <a:extLst>
              <a:ext uri="{FF2B5EF4-FFF2-40B4-BE49-F238E27FC236}">
                <a16:creationId xmlns:a16="http://schemas.microsoft.com/office/drawing/2014/main" id="{BE8414FF-1A80-47DD-162C-9068AA108F7C}"/>
              </a:ext>
            </a:extLst>
          </p:cNvPr>
          <p:cNvSpPr txBox="1">
            <a:spLocks noGrp="1"/>
          </p:cNvSpPr>
          <p:nvPr>
            <p:ph type="ftr" sz="quarter" idx="9"/>
          </p:nvPr>
        </p:nvSpPr>
        <p:spPr/>
        <p:txBody>
          <a:bodyPr/>
          <a:lstStyle>
            <a:lvl1pPr>
              <a:defRPr/>
            </a:lvl1pPr>
          </a:lstStyle>
          <a:p>
            <a:pPr lvl="0"/>
            <a:endParaRPr lang="de-CH"/>
          </a:p>
        </p:txBody>
      </p:sp>
      <p:sp>
        <p:nvSpPr>
          <p:cNvPr id="7" name="Foliennummernplatzhalter 6">
            <a:extLst>
              <a:ext uri="{FF2B5EF4-FFF2-40B4-BE49-F238E27FC236}">
                <a16:creationId xmlns:a16="http://schemas.microsoft.com/office/drawing/2014/main" id="{F218EC21-0C50-DB28-4129-9816C8A3316F}"/>
              </a:ext>
            </a:extLst>
          </p:cNvPr>
          <p:cNvSpPr txBox="1">
            <a:spLocks noGrp="1"/>
          </p:cNvSpPr>
          <p:nvPr>
            <p:ph type="sldNum" sz="quarter" idx="8"/>
          </p:nvPr>
        </p:nvSpPr>
        <p:spPr/>
        <p:txBody>
          <a:bodyPr/>
          <a:lstStyle>
            <a:lvl1pPr>
              <a:defRPr/>
            </a:lvl1pPr>
          </a:lstStyle>
          <a:p>
            <a:pPr lvl="0"/>
            <a:fld id="{5CDAB5F4-43E4-A041-B043-A14DA0228377}" type="slidenum">
              <a:t>‹#›</a:t>
            </a:fld>
            <a:endParaRPr lang="de-CH"/>
          </a:p>
        </p:txBody>
      </p:sp>
    </p:spTree>
    <p:extLst>
      <p:ext uri="{BB962C8B-B14F-4D97-AF65-F5344CB8AC3E}">
        <p14:creationId xmlns:p14="http://schemas.microsoft.com/office/powerpoint/2010/main" val="3282994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F33BF1-3A29-4107-DABB-A8029BD87355}"/>
              </a:ext>
            </a:extLst>
          </p:cNvPr>
          <p:cNvSpPr txBox="1">
            <a:spLocks noGrp="1"/>
          </p:cNvSpPr>
          <p:nvPr>
            <p:ph type="title"/>
          </p:nvPr>
        </p:nvSpPr>
        <p:spPr/>
        <p:txBody>
          <a:bodyPr/>
          <a:lstStyle>
            <a:lvl1pPr>
              <a:defRPr/>
            </a:lvl1pPr>
          </a:lstStyle>
          <a:p>
            <a:pPr lvl="0"/>
            <a:r>
              <a:rPr lang="fr-FR"/>
              <a:t>Modifiez le style du titre</a:t>
            </a:r>
            <a:endParaRPr lang="de-CH"/>
          </a:p>
        </p:txBody>
      </p:sp>
      <p:sp>
        <p:nvSpPr>
          <p:cNvPr id="3" name="Vertikaler Textplatzhalter 2">
            <a:extLst>
              <a:ext uri="{FF2B5EF4-FFF2-40B4-BE49-F238E27FC236}">
                <a16:creationId xmlns:a16="http://schemas.microsoft.com/office/drawing/2014/main" id="{06530AC0-0D21-0E6B-8410-E60DB3EDDC0C}"/>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CH"/>
          </a:p>
        </p:txBody>
      </p:sp>
      <p:sp>
        <p:nvSpPr>
          <p:cNvPr id="4" name="Datumsplatzhalter 3">
            <a:extLst>
              <a:ext uri="{FF2B5EF4-FFF2-40B4-BE49-F238E27FC236}">
                <a16:creationId xmlns:a16="http://schemas.microsoft.com/office/drawing/2014/main" id="{FA005ACD-AEF0-9CF6-3813-2771ECA53011}"/>
              </a:ext>
            </a:extLst>
          </p:cNvPr>
          <p:cNvSpPr txBox="1">
            <a:spLocks noGrp="1"/>
          </p:cNvSpPr>
          <p:nvPr>
            <p:ph type="dt" sz="half" idx="7"/>
          </p:nvPr>
        </p:nvSpPr>
        <p:spPr/>
        <p:txBody>
          <a:bodyPr/>
          <a:lstStyle>
            <a:lvl1pPr>
              <a:defRPr/>
            </a:lvl1pPr>
          </a:lstStyle>
          <a:p>
            <a:pPr lvl="0"/>
            <a:fld id="{DB618A48-F3EE-D443-83EB-BAC8D9D51FB2}" type="datetime1">
              <a:rPr lang="de-CH"/>
              <a:pPr lvl="0"/>
              <a:t>26.03.2026</a:t>
            </a:fld>
            <a:endParaRPr lang="de-CH"/>
          </a:p>
        </p:txBody>
      </p:sp>
      <p:sp>
        <p:nvSpPr>
          <p:cNvPr id="5" name="Fußzeilenplatzhalter 4">
            <a:extLst>
              <a:ext uri="{FF2B5EF4-FFF2-40B4-BE49-F238E27FC236}">
                <a16:creationId xmlns:a16="http://schemas.microsoft.com/office/drawing/2014/main" id="{155F1AB2-FDC1-4C6B-7F20-58DF902DF426}"/>
              </a:ext>
            </a:extLst>
          </p:cNvPr>
          <p:cNvSpPr txBox="1">
            <a:spLocks noGrp="1"/>
          </p:cNvSpPr>
          <p:nvPr>
            <p:ph type="ftr" sz="quarter" idx="9"/>
          </p:nvPr>
        </p:nvSpPr>
        <p:spPr/>
        <p:txBody>
          <a:bodyPr/>
          <a:lstStyle>
            <a:lvl1pPr>
              <a:defRPr/>
            </a:lvl1pPr>
          </a:lstStyle>
          <a:p>
            <a:pPr lvl="0"/>
            <a:endParaRPr lang="de-CH"/>
          </a:p>
        </p:txBody>
      </p:sp>
      <p:sp>
        <p:nvSpPr>
          <p:cNvPr id="6" name="Foliennummernplatzhalter 5">
            <a:extLst>
              <a:ext uri="{FF2B5EF4-FFF2-40B4-BE49-F238E27FC236}">
                <a16:creationId xmlns:a16="http://schemas.microsoft.com/office/drawing/2014/main" id="{4806FF27-D878-8F4B-A0FD-142C996D4085}"/>
              </a:ext>
            </a:extLst>
          </p:cNvPr>
          <p:cNvSpPr txBox="1">
            <a:spLocks noGrp="1"/>
          </p:cNvSpPr>
          <p:nvPr>
            <p:ph type="sldNum" sz="quarter" idx="8"/>
          </p:nvPr>
        </p:nvSpPr>
        <p:spPr/>
        <p:txBody>
          <a:bodyPr/>
          <a:lstStyle>
            <a:lvl1pPr>
              <a:defRPr/>
            </a:lvl1pPr>
          </a:lstStyle>
          <a:p>
            <a:pPr lvl="0"/>
            <a:fld id="{CAB8755A-7E87-934A-B4E6-19FC2923791A}" type="slidenum">
              <a:t>‹#›</a:t>
            </a:fld>
            <a:endParaRPr lang="de-CH"/>
          </a:p>
        </p:txBody>
      </p:sp>
    </p:spTree>
    <p:extLst>
      <p:ext uri="{BB962C8B-B14F-4D97-AF65-F5344CB8AC3E}">
        <p14:creationId xmlns:p14="http://schemas.microsoft.com/office/powerpoint/2010/main" val="1828918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EBEE5C1D-6BAB-0EAA-0A1E-7C228CF937E0}"/>
              </a:ext>
            </a:extLst>
          </p:cNvPr>
          <p:cNvSpPr txBox="1">
            <a:spLocks noGrp="1"/>
          </p:cNvSpPr>
          <p:nvPr>
            <p:ph type="title" orient="vert"/>
          </p:nvPr>
        </p:nvSpPr>
        <p:spPr>
          <a:xfrm>
            <a:off x="8724903" y="365129"/>
            <a:ext cx="2628900" cy="5811834"/>
          </a:xfrm>
        </p:spPr>
        <p:txBody>
          <a:bodyPr vert="eaVert"/>
          <a:lstStyle>
            <a:lvl1pPr>
              <a:defRPr/>
            </a:lvl1pPr>
          </a:lstStyle>
          <a:p>
            <a:pPr lvl="0"/>
            <a:r>
              <a:rPr lang="fr-FR"/>
              <a:t>Modifiez le style du titre</a:t>
            </a:r>
            <a:endParaRPr lang="de-CH"/>
          </a:p>
        </p:txBody>
      </p:sp>
      <p:sp>
        <p:nvSpPr>
          <p:cNvPr id="3" name="Vertikaler Textplatzhalter 2">
            <a:extLst>
              <a:ext uri="{FF2B5EF4-FFF2-40B4-BE49-F238E27FC236}">
                <a16:creationId xmlns:a16="http://schemas.microsoft.com/office/drawing/2014/main" id="{61CB161B-B0A5-FED7-7897-72AEAB079130}"/>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CH"/>
          </a:p>
        </p:txBody>
      </p:sp>
      <p:sp>
        <p:nvSpPr>
          <p:cNvPr id="4" name="Datumsplatzhalter 3">
            <a:extLst>
              <a:ext uri="{FF2B5EF4-FFF2-40B4-BE49-F238E27FC236}">
                <a16:creationId xmlns:a16="http://schemas.microsoft.com/office/drawing/2014/main" id="{428CCCB9-3D2C-AD64-C9E9-F02F01481AFA}"/>
              </a:ext>
            </a:extLst>
          </p:cNvPr>
          <p:cNvSpPr txBox="1">
            <a:spLocks noGrp="1"/>
          </p:cNvSpPr>
          <p:nvPr>
            <p:ph type="dt" sz="half" idx="7"/>
          </p:nvPr>
        </p:nvSpPr>
        <p:spPr/>
        <p:txBody>
          <a:bodyPr/>
          <a:lstStyle>
            <a:lvl1pPr>
              <a:defRPr/>
            </a:lvl1pPr>
          </a:lstStyle>
          <a:p>
            <a:pPr lvl="0"/>
            <a:fld id="{E6708B3B-FFDC-894D-B74F-B6285248771E}" type="datetime1">
              <a:rPr lang="de-CH"/>
              <a:pPr lvl="0"/>
              <a:t>26.03.2026</a:t>
            </a:fld>
            <a:endParaRPr lang="de-CH"/>
          </a:p>
        </p:txBody>
      </p:sp>
      <p:sp>
        <p:nvSpPr>
          <p:cNvPr id="5" name="Fußzeilenplatzhalter 4">
            <a:extLst>
              <a:ext uri="{FF2B5EF4-FFF2-40B4-BE49-F238E27FC236}">
                <a16:creationId xmlns:a16="http://schemas.microsoft.com/office/drawing/2014/main" id="{17873FC1-F51D-63F4-D8EE-166E58D4F089}"/>
              </a:ext>
            </a:extLst>
          </p:cNvPr>
          <p:cNvSpPr txBox="1">
            <a:spLocks noGrp="1"/>
          </p:cNvSpPr>
          <p:nvPr>
            <p:ph type="ftr" sz="quarter" idx="9"/>
          </p:nvPr>
        </p:nvSpPr>
        <p:spPr/>
        <p:txBody>
          <a:bodyPr/>
          <a:lstStyle>
            <a:lvl1pPr>
              <a:defRPr/>
            </a:lvl1pPr>
          </a:lstStyle>
          <a:p>
            <a:pPr lvl="0"/>
            <a:endParaRPr lang="de-CH"/>
          </a:p>
        </p:txBody>
      </p:sp>
      <p:sp>
        <p:nvSpPr>
          <p:cNvPr id="6" name="Foliennummernplatzhalter 5">
            <a:extLst>
              <a:ext uri="{FF2B5EF4-FFF2-40B4-BE49-F238E27FC236}">
                <a16:creationId xmlns:a16="http://schemas.microsoft.com/office/drawing/2014/main" id="{AB0E1E69-62A1-E339-2971-63B0249B9FC9}"/>
              </a:ext>
            </a:extLst>
          </p:cNvPr>
          <p:cNvSpPr txBox="1">
            <a:spLocks noGrp="1"/>
          </p:cNvSpPr>
          <p:nvPr>
            <p:ph type="sldNum" sz="quarter" idx="8"/>
          </p:nvPr>
        </p:nvSpPr>
        <p:spPr/>
        <p:txBody>
          <a:bodyPr/>
          <a:lstStyle>
            <a:lvl1pPr>
              <a:defRPr/>
            </a:lvl1pPr>
          </a:lstStyle>
          <a:p>
            <a:pPr lvl="0"/>
            <a:fld id="{7CB0A71C-5C3B-1748-AC10-CFF863D6FE46}" type="slidenum">
              <a:t>‹#›</a:t>
            </a:fld>
            <a:endParaRPr lang="de-CH"/>
          </a:p>
        </p:txBody>
      </p:sp>
    </p:spTree>
    <p:extLst>
      <p:ext uri="{BB962C8B-B14F-4D97-AF65-F5344CB8AC3E}">
        <p14:creationId xmlns:p14="http://schemas.microsoft.com/office/powerpoint/2010/main" val="3792151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hell)">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139796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xt/Bild">
    <p:spTree>
      <p:nvGrpSpPr>
        <p:cNvPr id="1" name=""/>
        <p:cNvGrpSpPr/>
        <p:nvPr/>
      </p:nvGrpSpPr>
      <p:grpSpPr>
        <a:xfrm>
          <a:off x="0" y="0"/>
          <a:ext cx="0" cy="0"/>
          <a:chOff x="0" y="0"/>
          <a:chExt cx="0" cy="0"/>
        </a:xfrm>
      </p:grpSpPr>
      <p:sp>
        <p:nvSpPr>
          <p:cNvPr id="2" name="Google Shape;190;p29">
            <a:extLst>
              <a:ext uri="{FF2B5EF4-FFF2-40B4-BE49-F238E27FC236}">
                <a16:creationId xmlns:a16="http://schemas.microsoft.com/office/drawing/2014/main" id="{7A989AB6-8957-B3E3-84CC-70E6914D0E6B}"/>
              </a:ext>
            </a:extLst>
          </p:cNvPr>
          <p:cNvSpPr txBox="1">
            <a:spLocks noGrp="1"/>
          </p:cNvSpPr>
          <p:nvPr>
            <p:ph type="body" idx="4294967295"/>
          </p:nvPr>
        </p:nvSpPr>
        <p:spPr>
          <a:xfrm>
            <a:off x="623995" y="1439997"/>
            <a:ext cx="10800033" cy="4679999"/>
          </a:xfrm>
        </p:spPr>
        <p:txBody>
          <a:bodyPr lIns="0" tIns="45747" rIns="0" bIns="45747">
            <a:noAutofit/>
          </a:bodyPr>
          <a:lstStyle>
            <a:lvl1pPr marL="456605" indent="-323432">
              <a:spcBef>
                <a:spcPts val="1100"/>
              </a:spcBef>
              <a:buClr>
                <a:srgbClr val="FAA500"/>
              </a:buClr>
              <a:buSzPts val="1500"/>
              <a:buFont typeface="MS PGothic"/>
              <a:buChar char="▶"/>
              <a:defRPr sz="1898">
                <a:latin typeface="Lucida Sans"/>
                <a:ea typeface="Lucida Sans"/>
                <a:cs typeface="Lucida Sans"/>
              </a:defRPr>
            </a:lvl1pPr>
          </a:lstStyle>
          <a:p>
            <a:pPr lvl="0"/>
            <a:r>
              <a:rPr lang="fr-FR"/>
              <a:t>Cliquez pour modifier les styles du texte du masque</a:t>
            </a:r>
          </a:p>
        </p:txBody>
      </p:sp>
      <p:sp>
        <p:nvSpPr>
          <p:cNvPr id="3" name="Google Shape;191;p29">
            <a:extLst>
              <a:ext uri="{FF2B5EF4-FFF2-40B4-BE49-F238E27FC236}">
                <a16:creationId xmlns:a16="http://schemas.microsoft.com/office/drawing/2014/main" id="{E0C7ECB0-4649-E7B5-2784-74254008CA20}"/>
              </a:ext>
            </a:extLst>
          </p:cNvPr>
          <p:cNvSpPr txBox="1">
            <a:spLocks noGrp="1"/>
          </p:cNvSpPr>
          <p:nvPr>
            <p:ph type="title"/>
          </p:nvPr>
        </p:nvSpPr>
        <p:spPr>
          <a:xfrm>
            <a:off x="623995" y="359999"/>
            <a:ext cx="10800033" cy="539998"/>
          </a:xfrm>
        </p:spPr>
        <p:txBody>
          <a:bodyPr lIns="0" tIns="45747" rIns="0" bIns="45747">
            <a:noAutofit/>
          </a:bodyPr>
          <a:lstStyle>
            <a:lvl1pPr>
              <a:defRPr sz="2696">
                <a:solidFill>
                  <a:srgbClr val="697D91"/>
                </a:solidFill>
                <a:latin typeface="Lucida Sans"/>
                <a:ea typeface="Lucida Sans"/>
                <a:cs typeface="Lucida Sans"/>
              </a:defRPr>
            </a:lvl1pPr>
          </a:lstStyle>
          <a:p>
            <a:pPr lvl="0"/>
            <a:r>
              <a:rPr lang="fr-FR"/>
              <a:t>Modifiez le style du titre</a:t>
            </a:r>
            <a:endParaRPr lang="de-DE"/>
          </a:p>
        </p:txBody>
      </p:sp>
      <p:sp>
        <p:nvSpPr>
          <p:cNvPr id="4" name="Google Shape;192;p29">
            <a:extLst>
              <a:ext uri="{FF2B5EF4-FFF2-40B4-BE49-F238E27FC236}">
                <a16:creationId xmlns:a16="http://schemas.microsoft.com/office/drawing/2014/main" id="{422A87B5-B9D6-8528-3331-8892B7AD1442}"/>
              </a:ext>
            </a:extLst>
          </p:cNvPr>
          <p:cNvSpPr txBox="1">
            <a:spLocks noGrp="1"/>
          </p:cNvSpPr>
          <p:nvPr>
            <p:ph type="sldNum" sz="quarter" idx="8"/>
          </p:nvPr>
        </p:nvSpPr>
        <p:spPr>
          <a:xfrm>
            <a:off x="8610603" y="6356351"/>
            <a:ext cx="2743227" cy="365101"/>
          </a:xfrm>
        </p:spPr>
        <p:txBody>
          <a:bodyPr lIns="91522" tIns="45747" rIns="0" bIns="45747"/>
          <a:lstStyle>
            <a:lvl1pPr>
              <a:defRPr/>
            </a:lvl1pPr>
          </a:lstStyle>
          <a:p>
            <a:pPr lvl="0"/>
            <a:fld id="{B434704C-A5EE-594A-9C26-F3B17BD6ADC8}" type="slidenum">
              <a:t>‹#›</a:t>
            </a:fld>
            <a:endParaRPr lang="de-CH"/>
          </a:p>
        </p:txBody>
      </p:sp>
    </p:spTree>
    <p:extLst>
      <p:ext uri="{BB962C8B-B14F-4D97-AF65-F5344CB8AC3E}">
        <p14:creationId xmlns:p14="http://schemas.microsoft.com/office/powerpoint/2010/main" val="399229608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0F3DF66-A488-5B60-0CCE-9FECE8FCB376}"/>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de-DE"/>
              <a:t>Mastertitelformat bearbeiten</a:t>
            </a:r>
            <a:endParaRPr lang="de-CH"/>
          </a:p>
        </p:txBody>
      </p:sp>
      <p:sp>
        <p:nvSpPr>
          <p:cNvPr id="3" name="Textplatzhalter 2">
            <a:extLst>
              <a:ext uri="{FF2B5EF4-FFF2-40B4-BE49-F238E27FC236}">
                <a16:creationId xmlns:a16="http://schemas.microsoft.com/office/drawing/2014/main" id="{F7B97570-6CC5-319B-315C-AA904BBC7DFC}"/>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2EC1FEC8-38CA-E8B8-BE08-D8FA8FA4C2BE}"/>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de-CH" sz="1200" b="0" i="0" u="none" strike="noStrike" kern="1200" cap="none" spc="0" baseline="0">
                <a:solidFill>
                  <a:srgbClr val="898989"/>
                </a:solidFill>
                <a:uFillTx/>
                <a:latin typeface="Calibri"/>
              </a:defRPr>
            </a:lvl1pPr>
          </a:lstStyle>
          <a:p>
            <a:pPr lvl="0"/>
            <a:fld id="{9EC50B71-F906-154F-AB1D-EAB9B2FBDA62}" type="datetime1">
              <a:rPr lang="de-CH"/>
              <a:pPr lvl="0"/>
              <a:t>26.03.2026</a:t>
            </a:fld>
            <a:endParaRPr lang="de-CH"/>
          </a:p>
        </p:txBody>
      </p:sp>
      <p:sp>
        <p:nvSpPr>
          <p:cNvPr id="5" name="Fußzeilenplatzhalter 4">
            <a:extLst>
              <a:ext uri="{FF2B5EF4-FFF2-40B4-BE49-F238E27FC236}">
                <a16:creationId xmlns:a16="http://schemas.microsoft.com/office/drawing/2014/main" id="{DC7DC8B7-450D-5105-DB24-6565AF987001}"/>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de-CH" sz="1200" b="0" i="0" u="none" strike="noStrike" kern="1200" cap="none" spc="0" baseline="0">
                <a:solidFill>
                  <a:srgbClr val="898989"/>
                </a:solidFill>
                <a:uFillTx/>
                <a:latin typeface="Calibri"/>
              </a:defRPr>
            </a:lvl1pPr>
          </a:lstStyle>
          <a:p>
            <a:pPr lvl="0"/>
            <a:endParaRPr lang="de-CH"/>
          </a:p>
        </p:txBody>
      </p:sp>
      <p:sp>
        <p:nvSpPr>
          <p:cNvPr id="6" name="Foliennummernplatzhalter 5">
            <a:extLst>
              <a:ext uri="{FF2B5EF4-FFF2-40B4-BE49-F238E27FC236}">
                <a16:creationId xmlns:a16="http://schemas.microsoft.com/office/drawing/2014/main" id="{69E04C1A-D8F1-5460-6362-F8B67649A0BD}"/>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de-CH" sz="1200" b="0" i="0" u="none" strike="noStrike" kern="1200" cap="none" spc="0" baseline="0">
                <a:solidFill>
                  <a:srgbClr val="898989"/>
                </a:solidFill>
                <a:uFillTx/>
                <a:latin typeface="Calibri"/>
              </a:defRPr>
            </a:lvl1pPr>
          </a:lstStyle>
          <a:p>
            <a:pPr lvl="0"/>
            <a:fld id="{597CF086-2106-A54B-8ED7-652086D72BAF}" type="slidenum">
              <a:t>‹#›</a:t>
            </a:fld>
            <a:endParaRPr lang="de-CH"/>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marL="0" marR="0" lvl="0" indent="0" algn="l" defTabSz="914400" rtl="0" eaLnBrk="1" fontAlgn="auto" hangingPunct="1">
        <a:lnSpc>
          <a:spcPct val="90000"/>
        </a:lnSpc>
        <a:spcBef>
          <a:spcPts val="0"/>
        </a:spcBef>
        <a:spcAft>
          <a:spcPts val="0"/>
        </a:spcAft>
        <a:buNone/>
        <a:tabLst/>
        <a:defRPr lang="de-DE" sz="4400" b="0" i="0" u="none" strike="noStrike" kern="1200" cap="none" spc="0" baseline="0">
          <a:solidFill>
            <a:srgbClr val="000000"/>
          </a:solidFill>
          <a:uFillTx/>
          <a:latin typeface="Calibri Light"/>
        </a:defRPr>
      </a:lvl1pPr>
    </p:titleStyle>
    <p:bodyStyle>
      <a:lvl1pPr marL="228600" marR="0" lvl="0" indent="-228600" algn="l" defTabSz="914400" rtl="0" eaLnBrk="1" fontAlgn="auto" hangingPunct="1">
        <a:lnSpc>
          <a:spcPct val="90000"/>
        </a:lnSpc>
        <a:spcBef>
          <a:spcPts val="1000"/>
        </a:spcBef>
        <a:spcAft>
          <a:spcPts val="0"/>
        </a:spcAft>
        <a:buSzPct val="100000"/>
        <a:buFont typeface="Arial" pitchFamily="34"/>
        <a:buChar char="•"/>
        <a:tabLst/>
        <a:defRPr lang="de-DE" sz="2800" b="0" i="0" u="none" strike="noStrike" kern="1200" cap="none" spc="0" baseline="0">
          <a:solidFill>
            <a:srgbClr val="000000"/>
          </a:solidFill>
          <a:uFillTx/>
          <a:latin typeface="Calibri"/>
        </a:defRPr>
      </a:lvl1pPr>
      <a:lvl2pPr marL="685800" marR="0" lvl="1" indent="-228600" algn="l" defTabSz="914400" rtl="0" eaLnBrk="1" fontAlgn="auto" hangingPunct="1">
        <a:lnSpc>
          <a:spcPct val="90000"/>
        </a:lnSpc>
        <a:spcBef>
          <a:spcPts val="500"/>
        </a:spcBef>
        <a:spcAft>
          <a:spcPts val="0"/>
        </a:spcAft>
        <a:buSzPct val="100000"/>
        <a:buFont typeface="Arial" pitchFamily="34"/>
        <a:buChar char="•"/>
        <a:tabLst/>
        <a:defRPr lang="de-DE" sz="2400" b="0" i="0" u="none" strike="noStrike" kern="1200" cap="none" spc="0" baseline="0">
          <a:solidFill>
            <a:srgbClr val="000000"/>
          </a:solidFill>
          <a:uFillTx/>
          <a:latin typeface="Calibri"/>
        </a:defRPr>
      </a:lvl2pPr>
      <a:lvl3pPr marL="1143000" marR="0" lvl="2" indent="-228600" algn="l" defTabSz="914400" rtl="0" eaLnBrk="1" fontAlgn="auto" hangingPunct="1">
        <a:lnSpc>
          <a:spcPct val="90000"/>
        </a:lnSpc>
        <a:spcBef>
          <a:spcPts val="500"/>
        </a:spcBef>
        <a:spcAft>
          <a:spcPts val="0"/>
        </a:spcAft>
        <a:buSzPct val="100000"/>
        <a:buFont typeface="Arial" pitchFamily="34"/>
        <a:buChar char="•"/>
        <a:tabLst/>
        <a:defRPr lang="de-DE" sz="2000" b="0" i="0" u="none" strike="noStrike" kern="1200" cap="none" spc="0" baseline="0">
          <a:solidFill>
            <a:srgbClr val="000000"/>
          </a:solidFill>
          <a:uFillTx/>
          <a:latin typeface="Calibri"/>
        </a:defRPr>
      </a:lvl3pPr>
      <a:lvl4pPr marL="1600200" marR="0" lvl="3" indent="-228600" algn="l" defTabSz="914400" rtl="0" eaLnBrk="1" fontAlgn="auto" hangingPunct="1">
        <a:lnSpc>
          <a:spcPct val="90000"/>
        </a:lnSpc>
        <a:spcBef>
          <a:spcPts val="500"/>
        </a:spcBef>
        <a:spcAft>
          <a:spcPts val="0"/>
        </a:spcAft>
        <a:buSzPct val="100000"/>
        <a:buFont typeface="Arial" pitchFamily="34"/>
        <a:buChar char="•"/>
        <a:tabLst/>
        <a:defRPr lang="de-DE" sz="1800" b="0" i="0" u="none" strike="noStrike" kern="1200" cap="none" spc="0" baseline="0">
          <a:solidFill>
            <a:srgbClr val="000000"/>
          </a:solidFill>
          <a:uFillTx/>
          <a:latin typeface="Calibri"/>
        </a:defRPr>
      </a:lvl4pPr>
      <a:lvl5pPr marL="2057400" marR="0" lvl="4" indent="-228600" algn="l" defTabSz="914400" rtl="0" eaLnBrk="1" fontAlgn="auto" hangingPunct="1">
        <a:lnSpc>
          <a:spcPct val="90000"/>
        </a:lnSpc>
        <a:spcBef>
          <a:spcPts val="500"/>
        </a:spcBef>
        <a:spcAft>
          <a:spcPts val="0"/>
        </a:spcAft>
        <a:buSzPct val="100000"/>
        <a:buFont typeface="Arial" pitchFamily="34"/>
        <a:buChar char="•"/>
        <a:tabLst/>
        <a:defRPr lang="de-DE"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D2680-8FBB-A8AB-FE6B-28BF943682A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A66F3E3-62F1-B25F-872A-E5B42FDA049A}"/>
              </a:ext>
            </a:extLst>
          </p:cNvPr>
          <p:cNvSpPr txBox="1">
            <a:spLocks noGrp="1"/>
          </p:cNvSpPr>
          <p:nvPr>
            <p:ph type="ctrTitle"/>
          </p:nvPr>
        </p:nvSpPr>
        <p:spPr/>
        <p:txBody>
          <a:bodyPr/>
          <a:lstStyle/>
          <a:p>
            <a:pPr lvl="0"/>
            <a:r>
              <a:rPr lang="de-CH"/>
              <a:t>Hack4SocialGood</a:t>
            </a:r>
          </a:p>
        </p:txBody>
      </p:sp>
      <p:sp>
        <p:nvSpPr>
          <p:cNvPr id="3" name="Untertitel 2">
            <a:extLst>
              <a:ext uri="{FF2B5EF4-FFF2-40B4-BE49-F238E27FC236}">
                <a16:creationId xmlns:a16="http://schemas.microsoft.com/office/drawing/2014/main" id="{88898A16-AF58-6412-E83D-069975F3CF0D}"/>
              </a:ext>
            </a:extLst>
          </p:cNvPr>
          <p:cNvSpPr txBox="1">
            <a:spLocks noGrp="1"/>
          </p:cNvSpPr>
          <p:nvPr>
            <p:ph type="subTitle" idx="1"/>
          </p:nvPr>
        </p:nvSpPr>
        <p:spPr/>
        <p:txBody>
          <a:bodyPr/>
          <a:lstStyle/>
          <a:p>
            <a:pPr lvl="0"/>
            <a:r>
              <a:rPr lang="en-US"/>
              <a:t>Artificial intelligence as a facilitator of reintegration, not as a risk</a:t>
            </a:r>
            <a:endParaRPr lang="de-CH"/>
          </a:p>
        </p:txBody>
      </p:sp>
    </p:spTree>
    <p:extLst>
      <p:ext uri="{BB962C8B-B14F-4D97-AF65-F5344CB8AC3E}">
        <p14:creationId xmlns:p14="http://schemas.microsoft.com/office/powerpoint/2010/main" val="1662707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FE4B82-CA71-F134-65CC-BB2C4AD20083}"/>
              </a:ext>
            </a:extLst>
          </p:cNvPr>
          <p:cNvSpPr>
            <a:spLocks noGrp="1"/>
          </p:cNvSpPr>
          <p:nvPr>
            <p:ph type="body" idx="4294967295"/>
          </p:nvPr>
        </p:nvSpPr>
        <p:spPr>
          <a:xfrm>
            <a:off x="299490" y="824957"/>
            <a:ext cx="7963923" cy="4638543"/>
          </a:xfrm>
          <a:ln>
            <a:solidFill>
              <a:schemeClr val="bg1"/>
            </a:solidFill>
          </a:ln>
        </p:spPr>
        <p:txBody>
          <a:bodyPr vert="horz" wrap="square" lIns="91440" tIns="45720" rIns="91440" bIns="45720" anchor="t" anchorCtr="0" compatLnSpc="1">
            <a:noAutofit/>
          </a:bodyPr>
          <a:lstStyle/>
          <a:p>
            <a:pPr marL="133350" indent="0">
              <a:buNone/>
            </a:pPr>
            <a:endParaRPr lang="en-US" sz="1200">
              <a:highlight>
                <a:srgbClr val="FFFFFF"/>
              </a:highlight>
              <a:latin typeface="Aptos"/>
            </a:endParaRPr>
          </a:p>
          <a:p>
            <a:pPr marL="133350" indent="0" algn="just">
              <a:buNone/>
            </a:pPr>
            <a:r>
              <a:rPr lang="en-US" sz="2100" b="1">
                <a:highlight>
                  <a:srgbClr val="FFFFFF"/>
                </a:highlight>
                <a:latin typeface="Aptos"/>
              </a:rPr>
              <a:t>The Emploi </a:t>
            </a:r>
            <a:r>
              <a:rPr lang="en-US" sz="2100" b="1" err="1">
                <a:highlight>
                  <a:srgbClr val="FFFFFF"/>
                </a:highlight>
                <a:latin typeface="Aptos"/>
              </a:rPr>
              <a:t>Solidarité</a:t>
            </a:r>
            <a:r>
              <a:rPr lang="en-US" sz="2100" b="1">
                <a:highlight>
                  <a:srgbClr val="FFFFFF"/>
                </a:highlight>
                <a:latin typeface="Aptos"/>
              </a:rPr>
              <a:t> Foundation</a:t>
            </a:r>
            <a:r>
              <a:rPr lang="en-US" sz="2100">
                <a:highlight>
                  <a:srgbClr val="FFFFFF"/>
                </a:highlight>
                <a:latin typeface="Aptos"/>
              </a:rPr>
              <a:t> is active in the field of social and professional reintegration and the circular economy through its Coup </a:t>
            </a:r>
            <a:r>
              <a:rPr lang="en-US" sz="2100" err="1">
                <a:highlight>
                  <a:srgbClr val="FFFFFF"/>
                </a:highlight>
                <a:latin typeface="Aptos"/>
              </a:rPr>
              <a:t>d’Pouce</a:t>
            </a:r>
            <a:r>
              <a:rPr lang="en-US" sz="2100">
                <a:highlight>
                  <a:srgbClr val="FFFFFF"/>
                </a:highlight>
                <a:latin typeface="Aptos"/>
              </a:rPr>
              <a:t> shops.</a:t>
            </a:r>
            <a:endParaRPr lang="en-US" sz="2100">
              <a:latin typeface="Aptos"/>
              <a:ea typeface="Calibri"/>
              <a:cs typeface="Calibri"/>
            </a:endParaRPr>
          </a:p>
          <a:p>
            <a:pPr marL="133350" indent="0" algn="just">
              <a:buNone/>
            </a:pPr>
            <a:endParaRPr lang="en-US" sz="2100">
              <a:highlight>
                <a:srgbClr val="FFFFFF"/>
              </a:highlight>
              <a:latin typeface="Aptos"/>
            </a:endParaRPr>
          </a:p>
          <a:p>
            <a:pPr marL="476250" indent="-342900" algn="just">
              <a:buFont typeface="Arial"/>
              <a:buChar char="•"/>
            </a:pPr>
            <a:r>
              <a:rPr lang="en-US" sz="2100">
                <a:highlight>
                  <a:srgbClr val="FFFFFF"/>
                </a:highlight>
                <a:latin typeface="Aptos"/>
                <a:ea typeface="Calibri"/>
                <a:cs typeface="Calibri"/>
              </a:rPr>
              <a:t>On one hand,</a:t>
            </a:r>
            <a:r>
              <a:rPr lang="en-US" sz="2100" b="1">
                <a:highlight>
                  <a:srgbClr val="FFFFFF"/>
                </a:highlight>
                <a:latin typeface="Aptos"/>
                <a:ea typeface="Calibri"/>
                <a:cs typeface="Calibri"/>
              </a:rPr>
              <a:t> </a:t>
            </a:r>
            <a:r>
              <a:rPr lang="en-US" sz="2100">
                <a:highlight>
                  <a:srgbClr val="FFFFFF"/>
                </a:highlight>
                <a:latin typeface="Aptos"/>
                <a:ea typeface="Calibri"/>
                <a:cs typeface="Calibri"/>
              </a:rPr>
              <a:t>people in Fribourg </a:t>
            </a:r>
            <a:r>
              <a:rPr lang="en-US" sz="2100" b="1">
                <a:highlight>
                  <a:srgbClr val="FFFFFF"/>
                </a:highlight>
                <a:latin typeface="Aptos"/>
                <a:ea typeface="Calibri"/>
                <a:cs typeface="Calibri"/>
              </a:rPr>
              <a:t>donate items</a:t>
            </a:r>
            <a:r>
              <a:rPr lang="en-US" sz="2100">
                <a:highlight>
                  <a:srgbClr val="FFFFFF"/>
                </a:highlight>
                <a:latin typeface="Aptos"/>
                <a:ea typeface="Calibri"/>
                <a:cs typeface="Calibri"/>
              </a:rPr>
              <a:t> such as furniture and clothing, which we refurbish in our workshops and sell in our four second-hand shops.</a:t>
            </a:r>
            <a:endParaRPr lang="en-US" sz="2100">
              <a:highlight>
                <a:srgbClr val="FFFFFF"/>
              </a:highlight>
              <a:latin typeface="Aptos"/>
            </a:endParaRPr>
          </a:p>
          <a:p>
            <a:pPr marL="476250" indent="-342900" algn="just">
              <a:buFont typeface="Arial"/>
              <a:buChar char="•"/>
            </a:pPr>
            <a:r>
              <a:rPr lang="en-US" sz="2100">
                <a:highlight>
                  <a:srgbClr val="FFFFFF"/>
                </a:highlight>
                <a:latin typeface="Aptos"/>
              </a:rPr>
              <a:t>This enables us to self-fund </a:t>
            </a:r>
            <a:r>
              <a:rPr lang="en-US" sz="2100" b="1">
                <a:highlight>
                  <a:srgbClr val="FFFFFF"/>
                </a:highlight>
                <a:latin typeface="Aptos"/>
              </a:rPr>
              <a:t>around 60%</a:t>
            </a:r>
            <a:r>
              <a:rPr lang="en-US" sz="2100">
                <a:highlight>
                  <a:srgbClr val="FFFFFF"/>
                </a:highlight>
                <a:latin typeface="Aptos"/>
              </a:rPr>
              <a:t> of our activities, with the remainder funded through service contracts with the public sector.</a:t>
            </a:r>
            <a:endParaRPr lang="en-US" sz="2100">
              <a:latin typeface="Aptos"/>
              <a:ea typeface="Calibri"/>
              <a:cs typeface="Calibri"/>
            </a:endParaRPr>
          </a:p>
          <a:p>
            <a:pPr marL="476250" indent="-342900" algn="just">
              <a:buFont typeface="Arial"/>
              <a:buChar char="•"/>
            </a:pPr>
            <a:r>
              <a:rPr lang="en-US" sz="2100">
                <a:highlight>
                  <a:srgbClr val="FFFFFF"/>
                </a:highlight>
                <a:latin typeface="Aptos"/>
              </a:rPr>
              <a:t>On the other hand, it is </a:t>
            </a:r>
            <a:r>
              <a:rPr lang="en-US" sz="2100" b="1">
                <a:highlight>
                  <a:srgbClr val="FFFFFF"/>
                </a:highlight>
                <a:latin typeface="Aptos"/>
              </a:rPr>
              <a:t>jobseekers</a:t>
            </a:r>
            <a:r>
              <a:rPr lang="en-US" sz="2100">
                <a:highlight>
                  <a:srgbClr val="FFFFFF"/>
                </a:highlight>
                <a:latin typeface="Aptos"/>
              </a:rPr>
              <a:t> (unemployed, on social assistance or receiving disability benefits) who work in our workshops to refurbish these items. This enables them to develop their professional skills whilst receiving support throughout their process of social and professional reintegration.</a:t>
            </a:r>
          </a:p>
          <a:p>
            <a:pPr marL="456565" indent="-323215">
              <a:buFont typeface="Arial"/>
              <a:buChar char="•"/>
            </a:pPr>
            <a:endParaRPr lang="en-US" sz="1200">
              <a:highlight>
                <a:srgbClr val="FFFFFF"/>
              </a:highlight>
              <a:latin typeface="Aptos"/>
            </a:endParaRPr>
          </a:p>
        </p:txBody>
      </p:sp>
      <p:sp>
        <p:nvSpPr>
          <p:cNvPr id="3" name="Title 2">
            <a:extLst>
              <a:ext uri="{FF2B5EF4-FFF2-40B4-BE49-F238E27FC236}">
                <a16:creationId xmlns:a16="http://schemas.microsoft.com/office/drawing/2014/main" id="{493D983E-3AFB-FA74-3351-1A29778BAC17}"/>
              </a:ext>
            </a:extLst>
          </p:cNvPr>
          <p:cNvSpPr>
            <a:spLocks noGrp="1"/>
          </p:cNvSpPr>
          <p:nvPr>
            <p:ph type="title"/>
          </p:nvPr>
        </p:nvSpPr>
        <p:spPr>
          <a:xfrm>
            <a:off x="598595" y="361057"/>
            <a:ext cx="2284683" cy="539998"/>
          </a:xfrm>
        </p:spPr>
        <p:txBody>
          <a:bodyPr/>
          <a:lstStyle/>
          <a:p>
            <a:r>
              <a:rPr lang="en-US" sz="2800">
                <a:solidFill>
                  <a:schemeClr val="tx1"/>
                </a:solidFill>
                <a:latin typeface="Aptos"/>
              </a:rPr>
              <a:t>Who are we ? </a:t>
            </a:r>
          </a:p>
        </p:txBody>
      </p:sp>
      <p:pic>
        <p:nvPicPr>
          <p:cNvPr id="4" name="Picture 3">
            <a:extLst>
              <a:ext uri="{FF2B5EF4-FFF2-40B4-BE49-F238E27FC236}">
                <a16:creationId xmlns:a16="http://schemas.microsoft.com/office/drawing/2014/main" id="{F160CDBE-ECD4-77A1-469F-0F0B97696171}"/>
              </a:ext>
            </a:extLst>
          </p:cNvPr>
          <p:cNvPicPr>
            <a:picLocks noChangeAspect="1"/>
          </p:cNvPicPr>
          <p:nvPr/>
        </p:nvPicPr>
        <p:blipFill>
          <a:blip r:embed="rId2"/>
          <a:stretch>
            <a:fillRect/>
          </a:stretch>
        </p:blipFill>
        <p:spPr>
          <a:xfrm>
            <a:off x="8870903" y="167554"/>
            <a:ext cx="3203865" cy="932585"/>
          </a:xfrm>
          <a:prstGeom prst="rect">
            <a:avLst/>
          </a:prstGeom>
        </p:spPr>
      </p:pic>
      <p:pic>
        <p:nvPicPr>
          <p:cNvPr id="6" name="Picture 5">
            <a:extLst>
              <a:ext uri="{FF2B5EF4-FFF2-40B4-BE49-F238E27FC236}">
                <a16:creationId xmlns:a16="http://schemas.microsoft.com/office/drawing/2014/main" id="{6BCA8BD9-C3EC-2135-B0C8-F4F934E38609}"/>
              </a:ext>
            </a:extLst>
          </p:cNvPr>
          <p:cNvPicPr>
            <a:picLocks noChangeAspect="1"/>
          </p:cNvPicPr>
          <p:nvPr/>
        </p:nvPicPr>
        <p:blipFill>
          <a:blip r:embed="rId3"/>
          <a:srcRect l="28876" t="17974" r="30039" b="8170"/>
          <a:stretch>
            <a:fillRect/>
          </a:stretch>
        </p:blipFill>
        <p:spPr>
          <a:xfrm>
            <a:off x="8869831" y="2639588"/>
            <a:ext cx="3048096" cy="3250856"/>
          </a:xfrm>
          <a:prstGeom prst="rect">
            <a:avLst/>
          </a:prstGeom>
        </p:spPr>
      </p:pic>
    </p:spTree>
    <p:extLst>
      <p:ext uri="{BB962C8B-B14F-4D97-AF65-F5344CB8AC3E}">
        <p14:creationId xmlns:p14="http://schemas.microsoft.com/office/powerpoint/2010/main" val="4038765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1725B2-ADA8-938A-03DD-B2005ECDA367}"/>
              </a:ext>
            </a:extLst>
          </p:cNvPr>
          <p:cNvSpPr>
            <a:spLocks noGrp="1"/>
          </p:cNvSpPr>
          <p:nvPr>
            <p:ph type="body" idx="4294967295"/>
          </p:nvPr>
        </p:nvSpPr>
        <p:spPr>
          <a:xfrm>
            <a:off x="508944" y="1044813"/>
            <a:ext cx="10572044" cy="5056891"/>
          </a:xfrm>
        </p:spPr>
        <p:txBody>
          <a:bodyPr vert="horz" wrap="square" lIns="91440" tIns="45720" rIns="91440" bIns="45720" anchor="t" anchorCtr="0" compatLnSpc="1">
            <a:noAutofit/>
          </a:bodyPr>
          <a:lstStyle/>
          <a:p>
            <a:pPr marL="133350" indent="0" algn="just">
              <a:buNone/>
            </a:pPr>
            <a:r>
              <a:rPr lang="en-US" sz="2100" dirty="0">
                <a:highlight>
                  <a:srgbClr val="FFFFFF"/>
                </a:highlight>
                <a:latin typeface="Aptos"/>
              </a:rPr>
              <a:t>One of our objectives is the </a:t>
            </a:r>
            <a:r>
              <a:rPr lang="en-US" sz="2100" b="1" dirty="0" err="1">
                <a:highlight>
                  <a:srgbClr val="FFFFFF"/>
                </a:highlight>
                <a:latin typeface="Aptos"/>
              </a:rPr>
              <a:t>digitalisation</a:t>
            </a:r>
            <a:r>
              <a:rPr lang="en-US" sz="2100" b="1" dirty="0">
                <a:highlight>
                  <a:srgbClr val="FFFFFF"/>
                </a:highlight>
                <a:latin typeface="Aptos"/>
              </a:rPr>
              <a:t> of our work</a:t>
            </a:r>
            <a:r>
              <a:rPr lang="en-US" sz="2100" dirty="0">
                <a:highlight>
                  <a:srgbClr val="FFFFFF"/>
                </a:highlight>
                <a:latin typeface="Aptos"/>
              </a:rPr>
              <a:t>, which goes hand in hand with advances in current technologies.</a:t>
            </a:r>
            <a:endParaRPr lang="en-US" sz="2100" dirty="0">
              <a:latin typeface="Aptos"/>
              <a:ea typeface="Calibri"/>
              <a:cs typeface="Calibri"/>
            </a:endParaRPr>
          </a:p>
          <a:p>
            <a:pPr marL="133350" indent="0" algn="just">
              <a:buNone/>
            </a:pPr>
            <a:endParaRPr lang="en-US" sz="2100" dirty="0">
              <a:highlight>
                <a:srgbClr val="FFFFFF"/>
              </a:highlight>
              <a:latin typeface="Aptos"/>
            </a:endParaRPr>
          </a:p>
          <a:p>
            <a:pPr marL="133350" indent="0" algn="just">
              <a:buNone/>
            </a:pPr>
            <a:r>
              <a:rPr lang="en-US" sz="2100" dirty="0">
                <a:highlight>
                  <a:srgbClr val="FFFFFF"/>
                </a:highlight>
                <a:latin typeface="Aptos"/>
              </a:rPr>
              <a:t>We therefore intend to implement a concept and tools that allow us to use AI as a facilitator in our reintegration work, whilst </a:t>
            </a:r>
            <a:r>
              <a:rPr lang="en-US" sz="2100" dirty="0" err="1">
                <a:highlight>
                  <a:srgbClr val="FFFFFF"/>
                </a:highlight>
                <a:latin typeface="Aptos"/>
              </a:rPr>
              <a:t>minimising</a:t>
            </a:r>
            <a:r>
              <a:rPr lang="en-US" sz="2100" dirty="0">
                <a:highlight>
                  <a:srgbClr val="FFFFFF"/>
                </a:highlight>
                <a:latin typeface="Aptos"/>
              </a:rPr>
              <a:t> the risks associated with it, such as the overuse of AI at the expense of our own critical thinking.</a:t>
            </a:r>
          </a:p>
          <a:p>
            <a:pPr marL="133350" indent="0" algn="just">
              <a:buNone/>
            </a:pPr>
            <a:endParaRPr lang="en-US" sz="2100" dirty="0">
              <a:latin typeface="Aptos"/>
            </a:endParaRPr>
          </a:p>
          <a:p>
            <a:pPr marL="133350" indent="0" algn="just">
              <a:buNone/>
            </a:pPr>
            <a:r>
              <a:rPr lang="en-US" sz="2100" b="1">
                <a:latin typeface="Aptos"/>
                <a:ea typeface="Calibri"/>
                <a:cs typeface="Calibri"/>
              </a:rPr>
              <a:t>Why is it important ?</a:t>
            </a:r>
            <a:r>
              <a:rPr lang="en-US" sz="2100" dirty="0">
                <a:latin typeface="Aptos"/>
                <a:ea typeface="Calibri"/>
                <a:cs typeface="Calibri"/>
              </a:rPr>
              <a:t> </a:t>
            </a:r>
            <a:endParaRPr lang="en-US" sz="2100" dirty="0">
              <a:latin typeface="Aptos"/>
            </a:endParaRPr>
          </a:p>
          <a:p>
            <a:pPr marL="342900" indent="-342900" algn="just"/>
            <a:r>
              <a:rPr lang="en-US" sz="2100">
                <a:highlight>
                  <a:srgbClr val="FFFFFF"/>
                </a:highlight>
                <a:latin typeface="Aptos"/>
                <a:ea typeface="Calibri"/>
                <a:cs typeface="Calibri"/>
              </a:rPr>
              <a:t>Our target audience has limited qualifications and is not engaged with (digital) lifelong learning</a:t>
            </a:r>
            <a:endParaRPr lang="en-US" sz="2100" dirty="0">
              <a:highlight>
                <a:srgbClr val="FFFFFF"/>
              </a:highlight>
              <a:latin typeface="Aptos"/>
              <a:ea typeface="Calibri"/>
              <a:cs typeface="Calibri"/>
            </a:endParaRPr>
          </a:p>
          <a:p>
            <a:pPr marL="342900" indent="-342900" algn="just"/>
            <a:r>
              <a:rPr lang="en-US" sz="2100">
                <a:highlight>
                  <a:srgbClr val="FFFFFF"/>
                </a:highlight>
                <a:latin typeface="Aptos"/>
                <a:ea typeface="Calibri"/>
                <a:cs typeface="Calibri"/>
              </a:rPr>
              <a:t>The administrative burden on our support staff is constantly increasing due to external demands</a:t>
            </a:r>
            <a:endParaRPr lang="en-US" sz="2100" dirty="0">
              <a:highlight>
                <a:srgbClr val="FFFFFF"/>
              </a:highlight>
              <a:latin typeface="Aptos"/>
              <a:ea typeface="Calibri"/>
              <a:cs typeface="Calibri"/>
            </a:endParaRPr>
          </a:p>
          <a:p>
            <a:pPr marL="342900" indent="-342900" algn="just"/>
            <a:r>
              <a:rPr lang="en-US" sz="2100">
                <a:highlight>
                  <a:srgbClr val="FFFFFF"/>
                </a:highlight>
                <a:latin typeface="Aptos"/>
                <a:ea typeface="Calibri"/>
                <a:cs typeface="Calibri"/>
              </a:rPr>
              <a:t>Support is often limited due to language barriers or a lack of resources</a:t>
            </a:r>
            <a:endParaRPr lang="en-US" sz="2100" dirty="0">
              <a:highlight>
                <a:srgbClr val="FFFFFF"/>
              </a:highlight>
              <a:latin typeface="Aptos"/>
              <a:ea typeface="Calibri"/>
              <a:cs typeface="Calibri"/>
            </a:endParaRPr>
          </a:p>
          <a:p>
            <a:pPr marL="342900" indent="-342900" algn="just"/>
            <a:r>
              <a:rPr lang="en-US" sz="2100" dirty="0">
                <a:highlight>
                  <a:srgbClr val="FFFFFF"/>
                </a:highlight>
                <a:latin typeface="Aptos"/>
                <a:ea typeface="Calibri"/>
                <a:cs typeface="Calibri"/>
              </a:rPr>
              <a:t>At present, AI tools are still nearly not used by our target audience and virtually non-existent within the Foundation</a:t>
            </a:r>
            <a:endParaRPr lang="en-US" sz="2100" dirty="0">
              <a:latin typeface="Aptos"/>
            </a:endParaRPr>
          </a:p>
          <a:p>
            <a:pPr marL="133350" indent="0" algn="just">
              <a:buNone/>
            </a:pPr>
            <a:endParaRPr lang="en-US" sz="1850">
              <a:ea typeface="Calibri"/>
              <a:cs typeface="Calibri"/>
            </a:endParaRPr>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a:p>
            <a:pPr marL="133350" indent="0">
              <a:buNone/>
            </a:pPr>
            <a:endParaRPr lang="en-US" sz="1850"/>
          </a:p>
        </p:txBody>
      </p:sp>
      <p:sp>
        <p:nvSpPr>
          <p:cNvPr id="3" name="Title 2">
            <a:extLst>
              <a:ext uri="{FF2B5EF4-FFF2-40B4-BE49-F238E27FC236}">
                <a16:creationId xmlns:a16="http://schemas.microsoft.com/office/drawing/2014/main" id="{AB3265E3-4C6B-AFE7-9E4E-E9E1C16F48A3}"/>
              </a:ext>
            </a:extLst>
          </p:cNvPr>
          <p:cNvSpPr>
            <a:spLocks noGrp="1"/>
          </p:cNvSpPr>
          <p:nvPr>
            <p:ph type="title"/>
          </p:nvPr>
        </p:nvSpPr>
        <p:spPr>
          <a:xfrm>
            <a:off x="698078" y="391749"/>
            <a:ext cx="10800033" cy="539998"/>
          </a:xfrm>
        </p:spPr>
        <p:txBody>
          <a:bodyPr/>
          <a:lstStyle/>
          <a:p>
            <a:r>
              <a:rPr lang="en-US" sz="2800">
                <a:solidFill>
                  <a:schemeClr val="tx1"/>
                </a:solidFill>
                <a:latin typeface="Aptos"/>
              </a:rPr>
              <a:t>Our </a:t>
            </a:r>
            <a:r>
              <a:rPr lang="en-US" sz="2800" err="1">
                <a:solidFill>
                  <a:schemeClr val="tx1"/>
                </a:solidFill>
                <a:latin typeface="Aptos"/>
              </a:rPr>
              <a:t>visio</a:t>
            </a:r>
            <a:r>
              <a:rPr lang="en-US" sz="2800">
                <a:solidFill>
                  <a:schemeClr val="tx1"/>
                </a:solidFill>
                <a:latin typeface="Aptos"/>
              </a:rPr>
              <a:t>n</a:t>
            </a:r>
          </a:p>
        </p:txBody>
      </p:sp>
    </p:spTree>
    <p:extLst>
      <p:ext uri="{BB962C8B-B14F-4D97-AF65-F5344CB8AC3E}">
        <p14:creationId xmlns:p14="http://schemas.microsoft.com/office/powerpoint/2010/main" val="950618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24DFDB-55BB-9586-4D34-CF71682FD18D}"/>
              </a:ext>
            </a:extLst>
          </p:cNvPr>
          <p:cNvSpPr>
            <a:spLocks noGrp="1"/>
          </p:cNvSpPr>
          <p:nvPr>
            <p:ph type="body" idx="4294967295"/>
          </p:nvPr>
        </p:nvSpPr>
        <p:spPr>
          <a:xfrm>
            <a:off x="285753" y="1273177"/>
            <a:ext cx="10563225" cy="4303711"/>
          </a:xfrm>
        </p:spPr>
        <p:txBody>
          <a:bodyPr vert="horz" wrap="square" lIns="91440" tIns="45720" rIns="91440" bIns="45720" anchor="t" anchorCtr="0" compatLnSpc="1">
            <a:noAutofit/>
          </a:bodyPr>
          <a:lstStyle/>
          <a:p>
            <a:pPr marL="133350" indent="0">
              <a:buNone/>
            </a:pPr>
            <a:endParaRPr lang="en-US" sz="2000">
              <a:highlight>
                <a:srgbClr val="FFFFFF"/>
              </a:highlight>
              <a:latin typeface="Aptos"/>
            </a:endParaRPr>
          </a:p>
          <a:p>
            <a:pPr marL="133350" indent="0">
              <a:buNone/>
            </a:pPr>
            <a:endParaRPr lang="en-US" sz="1200">
              <a:highlight>
                <a:srgbClr val="FFFFFF"/>
              </a:highlight>
              <a:latin typeface="Aptos"/>
            </a:endParaRPr>
          </a:p>
          <a:p>
            <a:pPr marL="133350" indent="0">
              <a:buNone/>
            </a:pPr>
            <a:endParaRPr lang="en-US" sz="1850"/>
          </a:p>
          <a:p>
            <a:pPr marL="133350" indent="0">
              <a:buNone/>
            </a:pPr>
            <a:endParaRPr lang="en-US" sz="1850"/>
          </a:p>
        </p:txBody>
      </p:sp>
      <p:sp>
        <p:nvSpPr>
          <p:cNvPr id="3" name="Title 2">
            <a:extLst>
              <a:ext uri="{FF2B5EF4-FFF2-40B4-BE49-F238E27FC236}">
                <a16:creationId xmlns:a16="http://schemas.microsoft.com/office/drawing/2014/main" id="{D1F38D8A-B7BF-C292-9A38-EC942C8D206D}"/>
              </a:ext>
            </a:extLst>
          </p:cNvPr>
          <p:cNvSpPr>
            <a:spLocks noGrp="1"/>
          </p:cNvSpPr>
          <p:nvPr>
            <p:ph type="title"/>
          </p:nvPr>
        </p:nvSpPr>
        <p:spPr/>
        <p:txBody>
          <a:bodyPr/>
          <a:lstStyle/>
          <a:p>
            <a:r>
              <a:rPr lang="en-US" sz="2800">
                <a:solidFill>
                  <a:srgbClr val="000000"/>
                </a:solidFill>
                <a:highlight>
                  <a:srgbClr val="FFFFFF"/>
                </a:highlight>
                <a:latin typeface="Aptos"/>
              </a:rPr>
              <a:t>Our </a:t>
            </a:r>
            <a:r>
              <a:rPr lang="en-US" sz="2800" err="1">
                <a:solidFill>
                  <a:srgbClr val="000000"/>
                </a:solidFill>
                <a:highlight>
                  <a:srgbClr val="FFFFFF"/>
                </a:highlight>
                <a:latin typeface="Aptos"/>
              </a:rPr>
              <a:t>challeng</a:t>
            </a:r>
            <a:r>
              <a:rPr lang="en-US" sz="2800">
                <a:solidFill>
                  <a:srgbClr val="000000"/>
                </a:solidFill>
                <a:highlight>
                  <a:srgbClr val="FFFFFF"/>
                </a:highlight>
                <a:latin typeface="Aptos"/>
              </a:rPr>
              <a:t>e </a:t>
            </a:r>
          </a:p>
        </p:txBody>
      </p:sp>
      <p:pic>
        <p:nvPicPr>
          <p:cNvPr id="4" name="Picture 3">
            <a:extLst>
              <a:ext uri="{FF2B5EF4-FFF2-40B4-BE49-F238E27FC236}">
                <a16:creationId xmlns:a16="http://schemas.microsoft.com/office/drawing/2014/main" id="{84741644-8C96-5C9E-94A6-576265B563D3}"/>
              </a:ext>
            </a:extLst>
          </p:cNvPr>
          <p:cNvPicPr>
            <a:picLocks noChangeAspect="1"/>
          </p:cNvPicPr>
          <p:nvPr/>
        </p:nvPicPr>
        <p:blipFill>
          <a:blip r:embed="rId2"/>
          <a:srcRect l="20833" t="31778" r="1389" b="11534"/>
          <a:stretch>
            <a:fillRect/>
          </a:stretch>
        </p:blipFill>
        <p:spPr>
          <a:xfrm>
            <a:off x="264583" y="1401419"/>
            <a:ext cx="11662849" cy="4751639"/>
          </a:xfrm>
          <a:prstGeom prst="rect">
            <a:avLst/>
          </a:prstGeom>
        </p:spPr>
      </p:pic>
    </p:spTree>
    <p:extLst>
      <p:ext uri="{BB962C8B-B14F-4D97-AF65-F5344CB8AC3E}">
        <p14:creationId xmlns:p14="http://schemas.microsoft.com/office/powerpoint/2010/main" val="4187272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5304E5A-8669-8A66-ADA9-AFFC53A16A0D}"/>
              </a:ext>
            </a:extLst>
          </p:cNvPr>
          <p:cNvSpPr>
            <a:spLocks noGrp="1"/>
          </p:cNvSpPr>
          <p:nvPr>
            <p:ph type="body" idx="4294967295"/>
          </p:nvPr>
        </p:nvSpPr>
        <p:spPr>
          <a:xfrm>
            <a:off x="723903" y="539752"/>
            <a:ext cx="10515600" cy="5780086"/>
          </a:xfrm>
        </p:spPr>
        <p:txBody>
          <a:bodyPr>
            <a:normAutofit lnSpcReduction="10000"/>
          </a:bodyPr>
          <a:lstStyle/>
          <a:p>
            <a:pPr marL="0" indent="0" algn="ctr">
              <a:buNone/>
            </a:pPr>
            <a:r>
              <a:rPr lang="en-US" sz="2000" b="1" dirty="0">
                <a:highlight>
                  <a:srgbClr val="FFFFFF"/>
                </a:highlight>
                <a:latin typeface="Aptos"/>
              </a:rPr>
              <a:t> </a:t>
            </a:r>
            <a:r>
              <a:rPr lang="en-US" b="1">
                <a:highlight>
                  <a:srgbClr val="FFFFFF"/>
                </a:highlight>
                <a:latin typeface="Aptos"/>
              </a:rPr>
              <a:t>Axis 1 : Blended Learning</a:t>
            </a:r>
            <a:endParaRPr lang="en-US" b="1">
              <a:ea typeface="Calibri"/>
              <a:cs typeface="Calibri"/>
            </a:endParaRPr>
          </a:p>
          <a:p>
            <a:pPr marL="0" indent="0" algn="just">
              <a:buNone/>
            </a:pPr>
            <a:endParaRPr lang="en-US" sz="2000">
              <a:highlight>
                <a:srgbClr val="FFFFFF"/>
              </a:highlight>
              <a:latin typeface="Aptos"/>
              <a:ea typeface="Calibri"/>
              <a:cs typeface="Calibri"/>
            </a:endParaRPr>
          </a:p>
          <a:p>
            <a:pPr marL="0" indent="0" algn="just">
              <a:buNone/>
            </a:pPr>
            <a:endParaRPr lang="en-US" sz="2000">
              <a:highlight>
                <a:srgbClr val="FFFFFF"/>
              </a:highlight>
              <a:latin typeface="Aptos"/>
            </a:endParaRPr>
          </a:p>
          <a:p>
            <a:pPr marL="0" indent="0" algn="just">
              <a:buNone/>
            </a:pPr>
            <a:endParaRPr lang="en-US" sz="2000">
              <a:highlight>
                <a:srgbClr val="FFFFFF"/>
              </a:highlight>
              <a:latin typeface="Aptos"/>
            </a:endParaRPr>
          </a:p>
          <a:p>
            <a:pPr marL="0" indent="0" algn="just">
              <a:buNone/>
            </a:pPr>
            <a:endParaRPr lang="en-US" sz="2000">
              <a:highlight>
                <a:srgbClr val="FFFFFF"/>
              </a:highlight>
              <a:latin typeface="Aptos"/>
            </a:endParaRPr>
          </a:p>
          <a:p>
            <a:pPr marL="0" indent="0" algn="just">
              <a:buNone/>
            </a:pPr>
            <a:endParaRPr lang="en-US" sz="2000">
              <a:highlight>
                <a:srgbClr val="FFFFFF"/>
              </a:highlight>
              <a:latin typeface="Aptos"/>
            </a:endParaRPr>
          </a:p>
          <a:p>
            <a:pPr marL="0" indent="0" algn="just">
              <a:buNone/>
            </a:pPr>
            <a:endParaRPr lang="en-US" sz="2000">
              <a:highlight>
                <a:srgbClr val="FFFFFF"/>
              </a:highlight>
              <a:latin typeface="Aptos"/>
            </a:endParaRPr>
          </a:p>
          <a:p>
            <a:pPr marL="0" indent="0" algn="just">
              <a:buNone/>
            </a:pPr>
            <a:endParaRPr lang="en-US" sz="2000">
              <a:highlight>
                <a:srgbClr val="FFFFFF"/>
              </a:highlight>
              <a:latin typeface="Aptos"/>
            </a:endParaRPr>
          </a:p>
          <a:p>
            <a:pPr marL="0" indent="0" algn="just">
              <a:buNone/>
            </a:pPr>
            <a:endParaRPr lang="en-US" sz="2000">
              <a:highlight>
                <a:srgbClr val="FFFFFF"/>
              </a:highlight>
              <a:latin typeface="Aptos"/>
            </a:endParaRPr>
          </a:p>
          <a:p>
            <a:pPr marL="0" indent="0" algn="just">
              <a:buNone/>
            </a:pPr>
            <a:endParaRPr lang="en-US" sz="2000">
              <a:highlight>
                <a:srgbClr val="FFFFFF"/>
              </a:highlight>
              <a:latin typeface="Aptos"/>
            </a:endParaRPr>
          </a:p>
          <a:p>
            <a:pPr marL="0" indent="0" algn="just">
              <a:buNone/>
            </a:pPr>
            <a:endParaRPr lang="en-US" sz="2000">
              <a:highlight>
                <a:srgbClr val="FFFFFF"/>
              </a:highlight>
              <a:latin typeface="Aptos"/>
            </a:endParaRPr>
          </a:p>
          <a:p>
            <a:pPr marL="0" indent="0" algn="just">
              <a:buNone/>
            </a:pPr>
            <a:endParaRPr lang="en-US" sz="2000">
              <a:highlight>
                <a:srgbClr val="FFFFFF"/>
              </a:highlight>
              <a:latin typeface="Aptos"/>
            </a:endParaRPr>
          </a:p>
          <a:p>
            <a:pPr marL="0" indent="0" algn="just">
              <a:buNone/>
            </a:pPr>
            <a:endParaRPr lang="en-US" sz="2000" dirty="0">
              <a:highlight>
                <a:srgbClr val="FFFFFF"/>
              </a:highlight>
              <a:latin typeface="Aptos"/>
            </a:endParaRPr>
          </a:p>
          <a:p>
            <a:pPr marL="0" indent="0" algn="just">
              <a:buNone/>
            </a:pPr>
            <a:r>
              <a:rPr lang="en-US" sz="2100" dirty="0">
                <a:highlight>
                  <a:srgbClr val="FFFFFF"/>
                </a:highlight>
                <a:latin typeface="Aptos"/>
              </a:rPr>
              <a:t>This will complement the practical training they receive in our workshops and shops by covering aspects they cannot observe on our premises and by providing theoretical foundations. </a:t>
            </a:r>
            <a:endParaRPr lang="en-US">
              <a:ea typeface="Calibri"/>
              <a:cs typeface="Calibri"/>
            </a:endParaRPr>
          </a:p>
          <a:p>
            <a:pPr marL="133350" indent="0">
              <a:buNone/>
            </a:pPr>
            <a:endParaRPr lang="en-US" sz="1850"/>
          </a:p>
          <a:p>
            <a:pPr marL="133350" indent="0">
              <a:buNone/>
            </a:pPr>
            <a:endParaRPr lang="en-US" sz="1850">
              <a:ea typeface="Calibri"/>
              <a:cs typeface="Calibri"/>
            </a:endParaRPr>
          </a:p>
          <a:p>
            <a:pPr marL="133350" indent="0">
              <a:buNone/>
            </a:pPr>
            <a:endParaRPr lang="en-US" sz="1850">
              <a:ea typeface="Calibri"/>
              <a:cs typeface="Calibri"/>
            </a:endParaRPr>
          </a:p>
          <a:p>
            <a:pPr marL="133350" indent="0">
              <a:buNone/>
            </a:pPr>
            <a:endParaRPr lang="en-US" sz="1850">
              <a:ea typeface="Calibri"/>
              <a:cs typeface="Calibri"/>
            </a:endParaRPr>
          </a:p>
        </p:txBody>
      </p:sp>
      <p:pic>
        <p:nvPicPr>
          <p:cNvPr id="3" name="Picture 2">
            <a:extLst>
              <a:ext uri="{FF2B5EF4-FFF2-40B4-BE49-F238E27FC236}">
                <a16:creationId xmlns:a16="http://schemas.microsoft.com/office/drawing/2014/main" id="{059D232C-02B2-01DE-F7C5-B0AF7E580682}"/>
              </a:ext>
            </a:extLst>
          </p:cNvPr>
          <p:cNvPicPr>
            <a:picLocks noChangeAspect="1"/>
          </p:cNvPicPr>
          <p:nvPr/>
        </p:nvPicPr>
        <p:blipFill>
          <a:blip r:embed="rId2"/>
          <a:srcRect l="-452" t="21169" r="452" b="2823"/>
          <a:stretch>
            <a:fillRect/>
          </a:stretch>
        </p:blipFill>
        <p:spPr>
          <a:xfrm>
            <a:off x="1301751" y="1112180"/>
            <a:ext cx="9355683" cy="4000486"/>
          </a:xfrm>
          <a:prstGeom prst="rect">
            <a:avLst/>
          </a:prstGeom>
        </p:spPr>
      </p:pic>
    </p:spTree>
    <p:extLst>
      <p:ext uri="{BB962C8B-B14F-4D97-AF65-F5344CB8AC3E}">
        <p14:creationId xmlns:p14="http://schemas.microsoft.com/office/powerpoint/2010/main" val="3142008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04DCB8-5ADD-B070-0C14-654D635FE568}"/>
              </a:ext>
            </a:extLst>
          </p:cNvPr>
          <p:cNvSpPr>
            <a:spLocks noGrp="1"/>
          </p:cNvSpPr>
          <p:nvPr>
            <p:ph type="body" idx="4294967295"/>
          </p:nvPr>
        </p:nvSpPr>
        <p:spPr>
          <a:xfrm>
            <a:off x="698078" y="635664"/>
            <a:ext cx="10800033" cy="5590165"/>
          </a:xfrm>
        </p:spPr>
        <p:txBody>
          <a:bodyPr/>
          <a:lstStyle/>
          <a:p>
            <a:pPr marL="133350" indent="0" algn="ctr">
              <a:spcBef>
                <a:spcPts val="1000"/>
              </a:spcBef>
              <a:buNone/>
            </a:pPr>
            <a:r>
              <a:rPr lang="en-US" sz="1900" b="1" dirty="0">
                <a:highlight>
                  <a:srgbClr val="FFFFFF"/>
                </a:highlight>
                <a:latin typeface="Aptos"/>
              </a:rPr>
              <a:t> </a:t>
            </a:r>
            <a:r>
              <a:rPr lang="en-US" b="1">
                <a:highlight>
                  <a:srgbClr val="FFFFFF"/>
                </a:highlight>
                <a:latin typeface="Aptos"/>
              </a:rPr>
              <a:t>Axis 2 : Admin Automation  </a:t>
            </a:r>
            <a:endParaRPr lang="en-US">
              <a:latin typeface="Aptos"/>
            </a:endParaRPr>
          </a:p>
          <a:p>
            <a:pPr marL="133350" indent="0" algn="just">
              <a:spcBef>
                <a:spcPts val="1000"/>
              </a:spcBef>
              <a:buNone/>
            </a:pPr>
            <a:endParaRPr lang="en-US" sz="1900">
              <a:highlight>
                <a:srgbClr val="FFFFFF"/>
              </a:highlight>
              <a:latin typeface="Aptos"/>
            </a:endParaRPr>
          </a:p>
          <a:p>
            <a:pPr marL="133350" indent="0" algn="just">
              <a:spcBef>
                <a:spcPts val="1000"/>
              </a:spcBef>
              <a:buNone/>
            </a:pPr>
            <a:endParaRPr lang="en-US" sz="1900">
              <a:highlight>
                <a:srgbClr val="FFFFFF"/>
              </a:highlight>
              <a:latin typeface="Aptos"/>
            </a:endParaRPr>
          </a:p>
          <a:p>
            <a:pPr marL="133350" indent="0" algn="just">
              <a:spcBef>
                <a:spcPts val="1000"/>
              </a:spcBef>
              <a:buNone/>
            </a:pPr>
            <a:endParaRPr lang="en-US" sz="1900">
              <a:highlight>
                <a:srgbClr val="FFFFFF"/>
              </a:highlight>
              <a:latin typeface="Aptos"/>
            </a:endParaRPr>
          </a:p>
          <a:p>
            <a:pPr marL="133350" indent="0" algn="just">
              <a:spcBef>
                <a:spcPts val="1000"/>
              </a:spcBef>
              <a:buNone/>
            </a:pPr>
            <a:endParaRPr lang="en-US" sz="1900">
              <a:highlight>
                <a:srgbClr val="FFFFFF"/>
              </a:highlight>
              <a:latin typeface="Aptos"/>
            </a:endParaRPr>
          </a:p>
          <a:p>
            <a:pPr marL="133350" indent="0" algn="just">
              <a:spcBef>
                <a:spcPts val="1000"/>
              </a:spcBef>
              <a:buNone/>
            </a:pPr>
            <a:endParaRPr lang="en-US" sz="1900">
              <a:highlight>
                <a:srgbClr val="FFFFFF"/>
              </a:highlight>
              <a:latin typeface="Aptos"/>
            </a:endParaRPr>
          </a:p>
          <a:p>
            <a:pPr marL="133350" indent="0" algn="just">
              <a:spcBef>
                <a:spcPts val="1000"/>
              </a:spcBef>
              <a:buNone/>
            </a:pPr>
            <a:endParaRPr lang="en-US" sz="1900">
              <a:highlight>
                <a:srgbClr val="FFFFFF"/>
              </a:highlight>
              <a:latin typeface="Aptos"/>
            </a:endParaRPr>
          </a:p>
          <a:p>
            <a:pPr marL="133350" indent="0" algn="just">
              <a:spcBef>
                <a:spcPts val="1000"/>
              </a:spcBef>
              <a:buNone/>
            </a:pPr>
            <a:endParaRPr lang="en-US" sz="1900">
              <a:highlight>
                <a:srgbClr val="FFFFFF"/>
              </a:highlight>
              <a:latin typeface="Aptos"/>
            </a:endParaRPr>
          </a:p>
          <a:p>
            <a:pPr marL="133350" indent="0" algn="just">
              <a:spcBef>
                <a:spcPts val="1000"/>
              </a:spcBef>
              <a:buNone/>
            </a:pPr>
            <a:endParaRPr lang="en-US" sz="1900">
              <a:highlight>
                <a:srgbClr val="FFFFFF"/>
              </a:highlight>
              <a:latin typeface="Aptos"/>
            </a:endParaRPr>
          </a:p>
          <a:p>
            <a:pPr marL="133350" indent="0" algn="just">
              <a:spcBef>
                <a:spcPts val="1000"/>
              </a:spcBef>
              <a:buNone/>
            </a:pPr>
            <a:endParaRPr lang="en-US" sz="1900">
              <a:highlight>
                <a:srgbClr val="FFFFFF"/>
              </a:highlight>
              <a:latin typeface="Aptos"/>
            </a:endParaRPr>
          </a:p>
          <a:p>
            <a:pPr marL="133350" indent="0" algn="just">
              <a:spcBef>
                <a:spcPts val="1000"/>
              </a:spcBef>
              <a:buNone/>
            </a:pPr>
            <a:endParaRPr lang="en-US" sz="1900">
              <a:highlight>
                <a:srgbClr val="FFFFFF"/>
              </a:highlight>
              <a:latin typeface="Aptos"/>
            </a:endParaRPr>
          </a:p>
          <a:p>
            <a:pPr marL="133350" indent="0" algn="just">
              <a:spcBef>
                <a:spcPts val="1000"/>
              </a:spcBef>
              <a:buNone/>
            </a:pPr>
            <a:endParaRPr lang="en-US" sz="1900">
              <a:highlight>
                <a:srgbClr val="FFFFFF"/>
              </a:highlight>
              <a:latin typeface="Aptos"/>
            </a:endParaRPr>
          </a:p>
          <a:p>
            <a:pPr marL="133350" indent="0" algn="ctr">
              <a:spcBef>
                <a:spcPts val="1000"/>
              </a:spcBef>
              <a:buNone/>
            </a:pPr>
            <a:endParaRPr lang="en-US" sz="1900" b="1">
              <a:highlight>
                <a:srgbClr val="FFFFFF"/>
              </a:highlight>
              <a:latin typeface="Aptos"/>
            </a:endParaRPr>
          </a:p>
        </p:txBody>
      </p:sp>
      <p:pic>
        <p:nvPicPr>
          <p:cNvPr id="4" name="Picture 3">
            <a:extLst>
              <a:ext uri="{FF2B5EF4-FFF2-40B4-BE49-F238E27FC236}">
                <a16:creationId xmlns:a16="http://schemas.microsoft.com/office/drawing/2014/main" id="{2F956C69-8D35-890D-5B06-4F621435F53C}"/>
              </a:ext>
            </a:extLst>
          </p:cNvPr>
          <p:cNvPicPr>
            <a:picLocks noChangeAspect="1"/>
          </p:cNvPicPr>
          <p:nvPr/>
        </p:nvPicPr>
        <p:blipFill>
          <a:blip r:embed="rId2"/>
          <a:srcRect l="4865" t="22550" r="3649" b="3266"/>
          <a:stretch>
            <a:fillRect/>
          </a:stretch>
        </p:blipFill>
        <p:spPr>
          <a:xfrm>
            <a:off x="455083" y="1313264"/>
            <a:ext cx="11302114" cy="5054763"/>
          </a:xfrm>
          <a:prstGeom prst="rect">
            <a:avLst/>
          </a:prstGeom>
        </p:spPr>
      </p:pic>
    </p:spTree>
    <p:extLst>
      <p:ext uri="{BB962C8B-B14F-4D97-AF65-F5344CB8AC3E}">
        <p14:creationId xmlns:p14="http://schemas.microsoft.com/office/powerpoint/2010/main" val="1326432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F8A96D-FD68-F03C-22FA-ACD621A6FDDE}"/>
              </a:ext>
            </a:extLst>
          </p:cNvPr>
          <p:cNvSpPr>
            <a:spLocks noGrp="1"/>
          </p:cNvSpPr>
          <p:nvPr>
            <p:ph type="body" idx="4294967295"/>
          </p:nvPr>
        </p:nvSpPr>
        <p:spPr>
          <a:xfrm>
            <a:off x="838203" y="354544"/>
            <a:ext cx="10515600" cy="4351336"/>
          </a:xfrm>
        </p:spPr>
        <p:txBody>
          <a:bodyPr/>
          <a:lstStyle/>
          <a:p>
            <a:pPr marL="133350" indent="0" algn="ctr">
              <a:buNone/>
            </a:pPr>
            <a:r>
              <a:rPr lang="en-US" b="1">
                <a:highlight>
                  <a:srgbClr val="FFFFFF"/>
                </a:highlight>
                <a:latin typeface="Aptos"/>
              </a:rPr>
              <a:t>Axis 3 : Barrier Removal</a:t>
            </a:r>
            <a:endParaRPr lang="en-US">
              <a:latin typeface="Aptos"/>
            </a:endParaRPr>
          </a:p>
          <a:p>
            <a:pPr marL="133350" indent="0" algn="ctr">
              <a:buNone/>
            </a:pPr>
            <a:endParaRPr lang="en-US" sz="1900" b="1">
              <a:highlight>
                <a:srgbClr val="FFFFFF"/>
              </a:highlight>
              <a:latin typeface="Aptos"/>
            </a:endParaRPr>
          </a:p>
          <a:p>
            <a:pPr marL="133350" indent="0" algn="ctr">
              <a:buNone/>
            </a:pPr>
            <a:endParaRPr lang="en-US" sz="1900" b="1">
              <a:highlight>
                <a:srgbClr val="FFFFFF"/>
              </a:highlight>
              <a:latin typeface="Aptos"/>
            </a:endParaRPr>
          </a:p>
          <a:p>
            <a:pPr marL="133350" indent="0" algn="ctr">
              <a:buNone/>
            </a:pPr>
            <a:endParaRPr lang="en-US" sz="1900" b="1">
              <a:highlight>
                <a:srgbClr val="FFFFFF"/>
              </a:highlight>
              <a:latin typeface="Aptos"/>
            </a:endParaRPr>
          </a:p>
          <a:p>
            <a:pPr marL="456565" indent="-323215" algn="just">
              <a:spcBef>
                <a:spcPts val="1000"/>
              </a:spcBef>
            </a:pPr>
            <a:endParaRPr lang="en-US"/>
          </a:p>
        </p:txBody>
      </p:sp>
      <p:pic>
        <p:nvPicPr>
          <p:cNvPr id="4" name="Picture 3">
            <a:extLst>
              <a:ext uri="{FF2B5EF4-FFF2-40B4-BE49-F238E27FC236}">
                <a16:creationId xmlns:a16="http://schemas.microsoft.com/office/drawing/2014/main" id="{B0A0631F-A10C-BAC9-35B8-C6429831F0C9}"/>
              </a:ext>
            </a:extLst>
          </p:cNvPr>
          <p:cNvPicPr>
            <a:picLocks noChangeAspect="1"/>
          </p:cNvPicPr>
          <p:nvPr/>
        </p:nvPicPr>
        <p:blipFill>
          <a:blip r:embed="rId2"/>
          <a:srcRect l="3646" t="22586" r="4601" b="4715"/>
          <a:stretch>
            <a:fillRect/>
          </a:stretch>
        </p:blipFill>
        <p:spPr>
          <a:xfrm>
            <a:off x="508000" y="953430"/>
            <a:ext cx="11186647" cy="4943777"/>
          </a:xfrm>
          <a:prstGeom prst="rect">
            <a:avLst/>
          </a:prstGeom>
        </p:spPr>
      </p:pic>
    </p:spTree>
    <p:extLst>
      <p:ext uri="{BB962C8B-B14F-4D97-AF65-F5344CB8AC3E}">
        <p14:creationId xmlns:p14="http://schemas.microsoft.com/office/powerpoint/2010/main" val="2000427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5261A-C8C5-4286-E8DA-F969145493F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BDC2C9B-A9EB-AC4C-DE86-3EB6A4CD0045}"/>
              </a:ext>
            </a:extLst>
          </p:cNvPr>
          <p:cNvSpPr txBox="1">
            <a:spLocks noGrp="1"/>
          </p:cNvSpPr>
          <p:nvPr>
            <p:ph type="title"/>
          </p:nvPr>
        </p:nvSpPr>
        <p:spPr/>
        <p:txBody>
          <a:bodyPr>
            <a:normAutofit/>
          </a:bodyPr>
          <a:lstStyle/>
          <a:p>
            <a:r>
              <a:rPr lang="de-CH" sz="2800" dirty="0" err="1">
                <a:latin typeface="Aptos"/>
              </a:rPr>
              <a:t>What</a:t>
            </a:r>
            <a:r>
              <a:rPr lang="de-CH" sz="2800" dirty="0">
                <a:latin typeface="Aptos"/>
              </a:rPr>
              <a:t> </a:t>
            </a:r>
            <a:r>
              <a:rPr lang="de-CH" sz="2800" dirty="0" err="1">
                <a:latin typeface="Aptos"/>
              </a:rPr>
              <a:t>resources</a:t>
            </a:r>
            <a:r>
              <a:rPr lang="de-CH" sz="2800" dirty="0">
                <a:latin typeface="Aptos"/>
              </a:rPr>
              <a:t> will </a:t>
            </a:r>
            <a:r>
              <a:rPr lang="de-CH" sz="2800" dirty="0" err="1">
                <a:latin typeface="Aptos"/>
              </a:rPr>
              <a:t>be</a:t>
            </a:r>
            <a:r>
              <a:rPr lang="de-CH" sz="2800" dirty="0">
                <a:latin typeface="Aptos"/>
              </a:rPr>
              <a:t> </a:t>
            </a:r>
            <a:r>
              <a:rPr lang="de-CH" sz="2800" dirty="0" err="1">
                <a:latin typeface="Aptos"/>
              </a:rPr>
              <a:t>made</a:t>
            </a:r>
            <a:r>
              <a:rPr lang="de-CH" sz="2800" dirty="0">
                <a:latin typeface="Aptos"/>
              </a:rPr>
              <a:t> </a:t>
            </a:r>
            <a:r>
              <a:rPr lang="de-CH" sz="2800" dirty="0" err="1">
                <a:latin typeface="Aptos"/>
              </a:rPr>
              <a:t>available</a:t>
            </a:r>
            <a:r>
              <a:rPr lang="de-CH" sz="2800" dirty="0">
                <a:latin typeface="Aptos"/>
              </a:rPr>
              <a:t>? </a:t>
            </a:r>
            <a:endParaRPr lang="en-US" sz="2800" dirty="0">
              <a:latin typeface="Aptos"/>
            </a:endParaRPr>
          </a:p>
        </p:txBody>
      </p:sp>
      <p:sp>
        <p:nvSpPr>
          <p:cNvPr id="3" name="Inhaltsplatzhalter 2">
            <a:extLst>
              <a:ext uri="{FF2B5EF4-FFF2-40B4-BE49-F238E27FC236}">
                <a16:creationId xmlns:a16="http://schemas.microsoft.com/office/drawing/2014/main" id="{41EB79EE-5B27-3B2A-EEC6-1204910CD7A3}"/>
              </a:ext>
            </a:extLst>
          </p:cNvPr>
          <p:cNvSpPr txBox="1">
            <a:spLocks noGrp="1"/>
          </p:cNvSpPr>
          <p:nvPr>
            <p:ph idx="1"/>
          </p:nvPr>
        </p:nvSpPr>
        <p:spPr>
          <a:xfrm>
            <a:off x="838203" y="1825627"/>
            <a:ext cx="10515600" cy="3789863"/>
          </a:xfrm>
        </p:spPr>
        <p:txBody>
          <a:bodyPr>
            <a:normAutofit/>
          </a:bodyPr>
          <a:lstStyle/>
          <a:p>
            <a:pPr marL="0" lvl="0" indent="0">
              <a:buNone/>
            </a:pPr>
            <a:endParaRPr lang="de-CH" sz="2000" dirty="0">
              <a:latin typeface="Aptos"/>
              <a:ea typeface="Calibri"/>
              <a:cs typeface="Calibri"/>
            </a:endParaRPr>
          </a:p>
          <a:p>
            <a:r>
              <a:rPr lang="de-CH" sz="2100" dirty="0" err="1">
                <a:latin typeface="Aptos"/>
                <a:ea typeface="Calibri"/>
                <a:cs typeface="Calibri"/>
              </a:rPr>
              <a:t>Some</a:t>
            </a:r>
            <a:r>
              <a:rPr lang="de-CH" sz="2100" dirty="0">
                <a:latin typeface="Aptos"/>
                <a:ea typeface="Calibri"/>
                <a:cs typeface="Calibri"/>
              </a:rPr>
              <a:t> </a:t>
            </a:r>
            <a:r>
              <a:rPr lang="de-CH" sz="2100" dirty="0" err="1">
                <a:latin typeface="Aptos"/>
                <a:ea typeface="Calibri"/>
                <a:cs typeface="Calibri"/>
              </a:rPr>
              <a:t>typical</a:t>
            </a:r>
            <a:r>
              <a:rPr lang="de-CH" sz="2100" dirty="0">
                <a:latin typeface="Aptos"/>
                <a:ea typeface="Calibri"/>
                <a:cs typeface="Calibri"/>
              </a:rPr>
              <a:t> </a:t>
            </a:r>
            <a:r>
              <a:rPr lang="de-CH" sz="2100" dirty="0" err="1">
                <a:latin typeface="Aptos"/>
                <a:ea typeface="Calibri"/>
                <a:cs typeface="Calibri"/>
              </a:rPr>
              <a:t>profiles</a:t>
            </a:r>
            <a:endParaRPr lang="de-CH" sz="2100">
              <a:latin typeface="Aptos"/>
            </a:endParaRPr>
          </a:p>
          <a:p>
            <a:endParaRPr lang="de-CH" sz="2100" dirty="0">
              <a:latin typeface="Aptos"/>
              <a:ea typeface="Calibri"/>
              <a:cs typeface="Calibri"/>
            </a:endParaRPr>
          </a:p>
          <a:p>
            <a:r>
              <a:rPr lang="de-CH" sz="2100" dirty="0">
                <a:latin typeface="Aptos"/>
                <a:ea typeface="Calibri"/>
                <a:cs typeface="Calibri"/>
              </a:rPr>
              <a:t>Management </a:t>
            </a:r>
            <a:r>
              <a:rPr lang="de-CH" sz="2100" dirty="0" err="1">
                <a:latin typeface="Aptos"/>
                <a:ea typeface="Calibri"/>
                <a:cs typeface="Calibri"/>
              </a:rPr>
              <a:t>documents</a:t>
            </a:r>
            <a:r>
              <a:rPr lang="de-CH" sz="2100" dirty="0">
                <a:latin typeface="Aptos"/>
                <a:ea typeface="Calibri"/>
                <a:cs typeface="Calibri"/>
              </a:rPr>
              <a:t> (</a:t>
            </a:r>
            <a:r>
              <a:rPr lang="de-CH" sz="2100" dirty="0" err="1">
                <a:latin typeface="Aptos"/>
                <a:ea typeface="Calibri"/>
                <a:cs typeface="Calibri"/>
              </a:rPr>
              <a:t>action</a:t>
            </a:r>
            <a:r>
              <a:rPr lang="de-CH" sz="2100" dirty="0">
                <a:latin typeface="Aptos"/>
                <a:ea typeface="Calibri"/>
                <a:cs typeface="Calibri"/>
              </a:rPr>
              <a:t> plan, etc.)</a:t>
            </a:r>
          </a:p>
          <a:p>
            <a:endParaRPr lang="de-CH" sz="2100" dirty="0">
              <a:latin typeface="Aptos"/>
              <a:ea typeface="Calibri"/>
              <a:cs typeface="Calibri"/>
            </a:endParaRPr>
          </a:p>
          <a:p>
            <a:r>
              <a:rPr lang="de-CH" sz="2100" dirty="0">
                <a:latin typeface="Aptos"/>
                <a:ea typeface="Calibri"/>
                <a:cs typeface="Calibri"/>
              </a:rPr>
              <a:t>The </a:t>
            </a:r>
            <a:r>
              <a:rPr lang="de-CH" sz="2100" dirty="0" err="1">
                <a:latin typeface="Aptos"/>
                <a:ea typeface="Calibri"/>
                <a:cs typeface="Calibri"/>
              </a:rPr>
              <a:t>blended</a:t>
            </a:r>
            <a:r>
              <a:rPr lang="de-CH" sz="2100" dirty="0">
                <a:latin typeface="Aptos"/>
                <a:ea typeface="Calibri"/>
                <a:cs typeface="Calibri"/>
              </a:rPr>
              <a:t> </a:t>
            </a:r>
            <a:r>
              <a:rPr lang="de-CH" sz="2100" dirty="0" err="1">
                <a:latin typeface="Aptos"/>
                <a:ea typeface="Calibri"/>
                <a:cs typeface="Calibri"/>
              </a:rPr>
              <a:t>learning</a:t>
            </a:r>
            <a:r>
              <a:rPr lang="de-CH" sz="2100" dirty="0">
                <a:latin typeface="Aptos"/>
                <a:ea typeface="Calibri"/>
                <a:cs typeface="Calibri"/>
              </a:rPr>
              <a:t> </a:t>
            </a:r>
            <a:r>
              <a:rPr lang="de-CH" sz="2100" dirty="0" err="1">
                <a:latin typeface="Aptos"/>
                <a:ea typeface="Calibri"/>
                <a:cs typeface="Calibri"/>
              </a:rPr>
              <a:t>concept</a:t>
            </a:r>
            <a:r>
              <a:rPr lang="de-CH" sz="2100" dirty="0">
                <a:latin typeface="Aptos"/>
                <a:ea typeface="Calibri"/>
                <a:cs typeface="Calibri"/>
              </a:rPr>
              <a:t> </a:t>
            </a:r>
            <a:r>
              <a:rPr lang="de-CH" sz="2100" dirty="0" err="1">
                <a:latin typeface="Aptos"/>
                <a:ea typeface="Calibri"/>
                <a:cs typeface="Calibri"/>
              </a:rPr>
              <a:t>for</a:t>
            </a:r>
            <a:r>
              <a:rPr lang="de-CH" sz="2100" dirty="0">
                <a:latin typeface="Aptos"/>
                <a:ea typeface="Calibri"/>
                <a:cs typeface="Calibri"/>
              </a:rPr>
              <a:t> </a:t>
            </a:r>
            <a:r>
              <a:rPr lang="de-CH" sz="2100" dirty="0" err="1">
                <a:latin typeface="Aptos"/>
                <a:ea typeface="Calibri"/>
                <a:cs typeface="Calibri"/>
              </a:rPr>
              <a:t>the</a:t>
            </a:r>
            <a:r>
              <a:rPr lang="de-CH" sz="2100" dirty="0">
                <a:latin typeface="Aptos"/>
                <a:ea typeface="Calibri"/>
                <a:cs typeface="Calibri"/>
              </a:rPr>
              <a:t> </a:t>
            </a:r>
            <a:r>
              <a:rPr lang="de-CH" sz="2100" dirty="0" err="1">
                <a:latin typeface="Aptos"/>
                <a:ea typeface="Calibri"/>
                <a:cs typeface="Calibri"/>
              </a:rPr>
              <a:t>sales</a:t>
            </a:r>
            <a:r>
              <a:rPr lang="de-CH" sz="2100" dirty="0">
                <a:latin typeface="Aptos"/>
                <a:ea typeface="Calibri"/>
                <a:cs typeface="Calibri"/>
              </a:rPr>
              <a:t> </a:t>
            </a:r>
            <a:r>
              <a:rPr lang="de-CH" sz="2100" dirty="0" err="1">
                <a:latin typeface="Aptos"/>
                <a:ea typeface="Calibri"/>
                <a:cs typeface="Calibri"/>
              </a:rPr>
              <a:t>field</a:t>
            </a:r>
            <a:endParaRPr lang="de-CH" sz="2100">
              <a:latin typeface="Aptos"/>
            </a:endParaRPr>
          </a:p>
          <a:p>
            <a:endParaRPr lang="de-CH" sz="2100" dirty="0">
              <a:latin typeface="Aptos"/>
              <a:ea typeface="Calibri"/>
              <a:cs typeface="Calibri"/>
            </a:endParaRPr>
          </a:p>
          <a:p>
            <a:r>
              <a:rPr lang="de-CH" sz="2100" dirty="0">
                <a:latin typeface="Aptos"/>
                <a:ea typeface="Calibri"/>
                <a:cs typeface="Calibri"/>
              </a:rPr>
              <a:t>The </a:t>
            </a:r>
            <a:r>
              <a:rPr lang="de-CH" sz="2100" dirty="0" err="1">
                <a:latin typeface="Aptos"/>
                <a:ea typeface="Calibri"/>
                <a:cs typeface="Calibri"/>
              </a:rPr>
              <a:t>list</a:t>
            </a:r>
            <a:r>
              <a:rPr lang="de-CH" sz="2100" dirty="0">
                <a:latin typeface="Aptos"/>
                <a:ea typeface="Calibri"/>
                <a:cs typeface="Calibri"/>
              </a:rPr>
              <a:t> </a:t>
            </a:r>
            <a:r>
              <a:rPr lang="de-CH" sz="2100" dirty="0" err="1">
                <a:latin typeface="Aptos"/>
                <a:ea typeface="Calibri"/>
                <a:cs typeface="Calibri"/>
              </a:rPr>
              <a:t>of</a:t>
            </a:r>
            <a:r>
              <a:rPr lang="de-CH" sz="2100" dirty="0">
                <a:latin typeface="Aptos"/>
                <a:ea typeface="Calibri"/>
                <a:cs typeface="Calibri"/>
              </a:rPr>
              <a:t> </a:t>
            </a:r>
            <a:r>
              <a:rPr lang="de-CH" sz="2100" dirty="0" err="1">
                <a:latin typeface="Aptos"/>
                <a:ea typeface="Calibri"/>
                <a:cs typeface="Calibri"/>
              </a:rPr>
              <a:t>tools</a:t>
            </a:r>
            <a:r>
              <a:rPr lang="de-CH" sz="2100" dirty="0">
                <a:latin typeface="Aptos"/>
                <a:ea typeface="Calibri"/>
                <a:cs typeface="Calibri"/>
              </a:rPr>
              <a:t> “</a:t>
            </a:r>
            <a:r>
              <a:rPr lang="de-CH" sz="2100" dirty="0" err="1">
                <a:latin typeface="Aptos"/>
                <a:ea typeface="Calibri"/>
                <a:cs typeface="Calibri"/>
              </a:rPr>
              <a:t>under</a:t>
            </a:r>
            <a:r>
              <a:rPr lang="de-CH" sz="2100" dirty="0">
                <a:latin typeface="Aptos"/>
                <a:ea typeface="Calibri"/>
                <a:cs typeface="Calibri"/>
              </a:rPr>
              <a:t> </a:t>
            </a:r>
            <a:r>
              <a:rPr lang="de-CH" sz="2100" dirty="0" err="1">
                <a:latin typeface="Aptos"/>
                <a:ea typeface="Calibri"/>
                <a:cs typeface="Calibri"/>
              </a:rPr>
              <a:t>testing</a:t>
            </a:r>
            <a:r>
              <a:rPr lang="de-CH" sz="2100" dirty="0">
                <a:latin typeface="Aptos"/>
                <a:ea typeface="Calibri"/>
                <a:cs typeface="Calibri"/>
              </a:rPr>
              <a:t>”: ChatGPT, DeepL, </a:t>
            </a:r>
            <a:r>
              <a:rPr lang="de-CH" sz="2100" dirty="0" err="1">
                <a:latin typeface="Aptos"/>
                <a:ea typeface="Calibri"/>
                <a:cs typeface="Calibri"/>
              </a:rPr>
              <a:t>NotebookLM</a:t>
            </a:r>
            <a:endParaRPr lang="de-CH" sz="2100">
              <a:latin typeface="Aptos"/>
            </a:endParaRPr>
          </a:p>
          <a:p>
            <a:pPr marL="0" indent="0">
              <a:buNone/>
            </a:pPr>
            <a:endParaRPr lang="de-CH" dirty="0">
              <a:ea typeface="Calibri"/>
              <a:cs typeface="Calibri"/>
            </a:endParaRPr>
          </a:p>
          <a:p>
            <a:pPr marL="0" indent="0">
              <a:buNone/>
            </a:pPr>
            <a:endParaRPr lang="de-CH">
              <a:ea typeface="Calibri"/>
              <a:cs typeface="Calibri"/>
            </a:endParaRPr>
          </a:p>
          <a:p>
            <a:pPr marL="0" indent="0">
              <a:buNone/>
            </a:pPr>
            <a:endParaRPr lang="de-CH">
              <a:ea typeface="Calibri"/>
              <a:cs typeface="Calibri"/>
            </a:endParaRPr>
          </a:p>
          <a:p>
            <a:pPr marL="0" indent="0">
              <a:buNone/>
            </a:pPr>
            <a:endParaRPr lang="de-CH">
              <a:ea typeface="Calibri"/>
              <a:cs typeface="Calibri"/>
            </a:endParaRPr>
          </a:p>
          <a:p>
            <a:endParaRPr lang="de-CH">
              <a:ea typeface="Calibri"/>
              <a:cs typeface="Calibri"/>
            </a:endParaRPr>
          </a:p>
          <a:p>
            <a:pPr marL="0" indent="0">
              <a:buNone/>
            </a:pPr>
            <a:endParaRPr lang="de-CH">
              <a:ea typeface="Calibri"/>
              <a:cs typeface="Calibri"/>
            </a:endParaRPr>
          </a:p>
        </p:txBody>
      </p:sp>
      <p:sp>
        <p:nvSpPr>
          <p:cNvPr id="4" name="Textfeld 4">
            <a:extLst>
              <a:ext uri="{FF2B5EF4-FFF2-40B4-BE49-F238E27FC236}">
                <a16:creationId xmlns:a16="http://schemas.microsoft.com/office/drawing/2014/main" id="{8ED66CA2-9444-209E-87BC-492FF271C9B3}"/>
              </a:ext>
            </a:extLst>
          </p:cNvPr>
          <p:cNvSpPr txBox="1"/>
          <p:nvPr/>
        </p:nvSpPr>
        <p:spPr>
          <a:xfrm>
            <a:off x="3048691" y="3244336"/>
            <a:ext cx="609738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de-CH" sz="1800" b="0" i="0" u="none" strike="noStrike" kern="1200" cap="none" spc="0" baseline="0">
                <a:solidFill>
                  <a:srgbClr val="000000"/>
                </a:solidFill>
                <a:uFillTx/>
                <a:latin typeface="Calibri"/>
              </a:rPr>
              <a:t> </a:t>
            </a:r>
          </a:p>
        </p:txBody>
      </p:sp>
      <p:sp>
        <p:nvSpPr>
          <p:cNvPr id="5" name="Textfeld 6">
            <a:extLst>
              <a:ext uri="{FF2B5EF4-FFF2-40B4-BE49-F238E27FC236}">
                <a16:creationId xmlns:a16="http://schemas.microsoft.com/office/drawing/2014/main" id="{603EB407-AE47-D71C-3103-9964C9A2C496}"/>
              </a:ext>
            </a:extLst>
          </p:cNvPr>
          <p:cNvSpPr txBox="1"/>
          <p:nvPr/>
        </p:nvSpPr>
        <p:spPr>
          <a:xfrm>
            <a:off x="3048691" y="3244336"/>
            <a:ext cx="609738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de-CH" sz="1800" b="0" i="0" u="none" strike="noStrike" kern="1200" cap="none" spc="0" baseline="0">
                <a:solidFill>
                  <a:srgbClr val="000000"/>
                </a:solidFill>
                <a:uFillTx/>
                <a:latin typeface="Calibri"/>
              </a:rPr>
              <a:t> </a:t>
            </a:r>
          </a:p>
        </p:txBody>
      </p:sp>
      <p:sp>
        <p:nvSpPr>
          <p:cNvPr id="6" name="Textfeld 8">
            <a:extLst>
              <a:ext uri="{FF2B5EF4-FFF2-40B4-BE49-F238E27FC236}">
                <a16:creationId xmlns:a16="http://schemas.microsoft.com/office/drawing/2014/main" id="{05062B75-89C9-948A-841A-EE35CBD9A3E6}"/>
              </a:ext>
            </a:extLst>
          </p:cNvPr>
          <p:cNvSpPr txBox="1"/>
          <p:nvPr/>
        </p:nvSpPr>
        <p:spPr>
          <a:xfrm>
            <a:off x="3048691" y="3244336"/>
            <a:ext cx="609738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de-CH" sz="1800" b="0" i="0" u="none" strike="noStrike" kern="1200" cap="none" spc="0" baseline="0">
                <a:solidFill>
                  <a:srgbClr val="000000"/>
                </a:solidFill>
                <a:uFillTx/>
                <a:latin typeface="Calibri"/>
              </a:rPr>
              <a:t> </a:t>
            </a:r>
          </a:p>
        </p:txBody>
      </p:sp>
      <p:pic>
        <p:nvPicPr>
          <p:cNvPr id="7" name="Picture 6">
            <a:extLst>
              <a:ext uri="{FF2B5EF4-FFF2-40B4-BE49-F238E27FC236}">
                <a16:creationId xmlns:a16="http://schemas.microsoft.com/office/drawing/2014/main" id="{3B525C48-E2B2-2606-79A7-E11009D9FF26}"/>
              </a:ext>
            </a:extLst>
          </p:cNvPr>
          <p:cNvPicPr>
            <a:picLocks noChangeAspect="1"/>
          </p:cNvPicPr>
          <p:nvPr/>
        </p:nvPicPr>
        <p:blipFill>
          <a:blip r:embed="rId3"/>
          <a:srcRect l="1613" r="-323" b="3540"/>
          <a:stretch>
            <a:fillRect/>
          </a:stretch>
        </p:blipFill>
        <p:spPr>
          <a:xfrm>
            <a:off x="8054776" y="1238789"/>
            <a:ext cx="3854883" cy="2747423"/>
          </a:xfrm>
          <a:prstGeom prst="rect">
            <a:avLst/>
          </a:prstGeom>
        </p:spPr>
      </p:pic>
    </p:spTree>
    <p:extLst>
      <p:ext uri="{BB962C8B-B14F-4D97-AF65-F5344CB8AC3E}">
        <p14:creationId xmlns:p14="http://schemas.microsoft.com/office/powerpoint/2010/main" val="684697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FC9D28-9E83-8B94-2388-8151133EF8A2}"/>
              </a:ext>
            </a:extLst>
          </p:cNvPr>
          <p:cNvSpPr>
            <a:spLocks noGrp="1"/>
          </p:cNvSpPr>
          <p:nvPr>
            <p:ph type="body" idx="4294967295"/>
          </p:nvPr>
        </p:nvSpPr>
        <p:spPr>
          <a:xfrm>
            <a:off x="764120" y="1254127"/>
            <a:ext cx="10515600" cy="4351336"/>
          </a:xfrm>
        </p:spPr>
        <p:txBody>
          <a:bodyPr/>
          <a:lstStyle/>
          <a:p>
            <a:pPr marL="133350" indent="0">
              <a:buNone/>
            </a:pPr>
            <a:endParaRPr lang="en-US" sz="1200" dirty="0">
              <a:highlight>
                <a:srgbClr val="FFFFFF"/>
              </a:highlight>
              <a:latin typeface="Aptos"/>
            </a:endParaRPr>
          </a:p>
          <a:p>
            <a:pPr marL="133350" indent="0" algn="just">
              <a:buNone/>
            </a:pPr>
            <a:r>
              <a:rPr lang="en-US" sz="2100" dirty="0">
                <a:highlight>
                  <a:srgbClr val="FFFFFF"/>
                </a:highlight>
                <a:latin typeface="Aptos"/>
                <a:ea typeface="Calibri"/>
                <a:cs typeface="Calibri"/>
              </a:rPr>
              <a:t>We hope Hack4SocialGoods will help us </a:t>
            </a:r>
            <a:r>
              <a:rPr lang="en-US" sz="2100" b="1" dirty="0">
                <a:highlight>
                  <a:srgbClr val="FFFFFF"/>
                </a:highlight>
                <a:latin typeface="Aptos"/>
                <a:ea typeface="Calibri"/>
                <a:cs typeface="Calibri"/>
              </a:rPr>
              <a:t>identify the most suitable AI tools</a:t>
            </a:r>
            <a:r>
              <a:rPr lang="en-US" sz="2100" dirty="0">
                <a:highlight>
                  <a:srgbClr val="FFFFFF"/>
                </a:highlight>
                <a:latin typeface="Aptos"/>
                <a:ea typeface="Calibri"/>
                <a:cs typeface="Calibri"/>
              </a:rPr>
              <a:t> to create teaching materials, address everyday professional challenges, and prepare for a participatory implementation with our team. </a:t>
            </a:r>
            <a:endParaRPr lang="en-US" dirty="0">
              <a:ea typeface="Calibri"/>
              <a:cs typeface="Calibri"/>
            </a:endParaRPr>
          </a:p>
          <a:p>
            <a:pPr marL="133350" indent="0" algn="just">
              <a:buNone/>
            </a:pPr>
            <a:r>
              <a:rPr lang="en-US" sz="2100" dirty="0">
                <a:highlight>
                  <a:srgbClr val="FFFFFF"/>
                </a:highlight>
                <a:latin typeface="Aptos"/>
                <a:ea typeface="Calibri"/>
                <a:cs typeface="Calibri"/>
              </a:rPr>
              <a:t>As our main client has suspended all investment, we are seeking free or low-cost solutions.</a:t>
            </a:r>
            <a:endParaRPr lang="en-US">
              <a:ea typeface="Calibri"/>
              <a:cs typeface="Calibri"/>
            </a:endParaRPr>
          </a:p>
          <a:p>
            <a:pPr marL="133350" indent="0" algn="just">
              <a:buNone/>
            </a:pPr>
            <a:endParaRPr lang="en-US" sz="2100" dirty="0">
              <a:highlight>
                <a:srgbClr val="FFFFFF"/>
              </a:highlight>
              <a:latin typeface="Aptos"/>
              <a:ea typeface="Calibri"/>
              <a:cs typeface="Calibri"/>
            </a:endParaRPr>
          </a:p>
          <a:p>
            <a:pPr marL="133350" indent="0" algn="just">
              <a:buNone/>
            </a:pPr>
            <a:endParaRPr lang="en-US" sz="2100" dirty="0">
              <a:highlight>
                <a:srgbClr val="FFFFFF"/>
              </a:highlight>
              <a:latin typeface="Aptos"/>
              <a:ea typeface="Calibri"/>
              <a:cs typeface="Calibri"/>
            </a:endParaRPr>
          </a:p>
          <a:p>
            <a:pPr marL="133350" indent="0">
              <a:buNone/>
            </a:pPr>
            <a:endParaRPr lang="en-US" sz="1200">
              <a:highlight>
                <a:srgbClr val="FFFFFF"/>
              </a:highlight>
              <a:latin typeface="Aptos"/>
              <a:ea typeface="Calibri"/>
              <a:cs typeface="Calibri"/>
            </a:endParaRPr>
          </a:p>
          <a:p>
            <a:pPr marL="133350" indent="0" algn="ctr">
              <a:buNone/>
            </a:pPr>
            <a:r>
              <a:rPr lang="en-US" sz="4000">
                <a:highlight>
                  <a:srgbClr val="FFFFFF"/>
                </a:highlight>
                <a:latin typeface="Aptos"/>
                <a:ea typeface="Calibri"/>
                <a:cs typeface="Calibri"/>
              </a:rPr>
              <a:t> Thank you for your attention ! </a:t>
            </a:r>
            <a:endParaRPr lang="en-US" sz="4000">
              <a:latin typeface="Aptos"/>
            </a:endParaRPr>
          </a:p>
          <a:p>
            <a:pPr marL="133350" indent="0">
              <a:buNone/>
            </a:pPr>
            <a:endParaRPr lang="en-US" sz="1200" dirty="0">
              <a:highlight>
                <a:srgbClr val="FFFFFF"/>
              </a:highlight>
              <a:latin typeface="Aptos"/>
              <a:ea typeface="Calibri"/>
              <a:cs typeface="Calibri"/>
            </a:endParaRPr>
          </a:p>
          <a:p>
            <a:pPr marL="133350" indent="0">
              <a:buNone/>
            </a:pPr>
            <a:endParaRPr lang="en-US" sz="1200">
              <a:highlight>
                <a:srgbClr val="FFFFFF"/>
              </a:highlight>
              <a:latin typeface="Aptos"/>
              <a:ea typeface="Calibri"/>
              <a:cs typeface="Calibri"/>
            </a:endParaRPr>
          </a:p>
          <a:p>
            <a:pPr marL="133350" indent="0">
              <a:buNone/>
            </a:pPr>
            <a:endParaRPr lang="en-US" sz="1200" dirty="0">
              <a:highlight>
                <a:srgbClr val="FFFFFF"/>
              </a:highlight>
              <a:latin typeface="Aptos"/>
              <a:ea typeface="Calibri"/>
              <a:cs typeface="Calibri"/>
            </a:endParaRPr>
          </a:p>
          <a:p>
            <a:pPr marL="133350" indent="0">
              <a:buNone/>
            </a:pPr>
            <a:endParaRPr lang="en-US" sz="1850">
              <a:ea typeface="Calibri"/>
              <a:cs typeface="Calibri"/>
            </a:endParaRPr>
          </a:p>
        </p:txBody>
      </p:sp>
      <p:sp>
        <p:nvSpPr>
          <p:cNvPr id="3" name="Title 2">
            <a:extLst>
              <a:ext uri="{FF2B5EF4-FFF2-40B4-BE49-F238E27FC236}">
                <a16:creationId xmlns:a16="http://schemas.microsoft.com/office/drawing/2014/main" id="{7D66160D-8524-1F61-A2E8-CAA5CF2B4808}"/>
              </a:ext>
            </a:extLst>
          </p:cNvPr>
          <p:cNvSpPr>
            <a:spLocks noGrp="1"/>
          </p:cNvSpPr>
          <p:nvPr>
            <p:ph type="title"/>
          </p:nvPr>
        </p:nvSpPr>
        <p:spPr/>
        <p:txBody>
          <a:bodyPr/>
          <a:lstStyle/>
          <a:p>
            <a:r>
              <a:rPr lang="en-US" sz="2800">
                <a:solidFill>
                  <a:schemeClr val="tx1"/>
                </a:solidFill>
                <a:latin typeface="Aptos"/>
              </a:rPr>
              <a:t>Our requirement</a:t>
            </a:r>
          </a:p>
        </p:txBody>
      </p:sp>
      <p:pic>
        <p:nvPicPr>
          <p:cNvPr id="5" name="Picture 4">
            <a:extLst>
              <a:ext uri="{FF2B5EF4-FFF2-40B4-BE49-F238E27FC236}">
                <a16:creationId xmlns:a16="http://schemas.microsoft.com/office/drawing/2014/main" id="{17F5C9E4-E494-BAD4-448E-E2EF0EBACA72}"/>
              </a:ext>
            </a:extLst>
          </p:cNvPr>
          <p:cNvPicPr>
            <a:picLocks noChangeAspect="1"/>
          </p:cNvPicPr>
          <p:nvPr/>
        </p:nvPicPr>
        <p:blipFill>
          <a:blip r:embed="rId2"/>
          <a:stretch>
            <a:fillRect/>
          </a:stretch>
        </p:blipFill>
        <p:spPr>
          <a:xfrm>
            <a:off x="8897640" y="5381239"/>
            <a:ext cx="2535444" cy="745428"/>
          </a:xfrm>
          <a:prstGeom prst="rect">
            <a:avLst/>
          </a:prstGeom>
        </p:spPr>
      </p:pic>
    </p:spTree>
    <p:extLst>
      <p:ext uri="{BB962C8B-B14F-4D97-AF65-F5344CB8AC3E}">
        <p14:creationId xmlns:p14="http://schemas.microsoft.com/office/powerpoint/2010/main" val="2620736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hallenge-Presentation-template_2026_EN" id="{3441A96A-EFCF-C44D-9D1C-91BC7F2A4839}" vid="{DDDA7EDE-B733-7041-A3BC-770204BE24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BBD38A04992C449ED9FF2BACD77EAF" ma:contentTypeVersion="29" ma:contentTypeDescription="Ein neues Dokument erstellen." ma:contentTypeScope="" ma:versionID="bf513211f5275c7feb5bbeeffe749f6a">
  <xsd:schema xmlns:xsd="http://www.w3.org/2001/XMLSchema" xmlns:xs="http://www.w3.org/2001/XMLSchema" xmlns:p="http://schemas.microsoft.com/office/2006/metadata/properties" xmlns:ns2="dd275a6f-c007-4e1c-9d04-4a54d374980e" xmlns:ns3="2deabc81-5606-488e-9edb-0292e7087f11" targetNamespace="http://schemas.microsoft.com/office/2006/metadata/properties" ma:root="true" ma:fieldsID="e342b8750df8296cda3309e6db7d5ace" ns2:_="" ns3:_="">
    <xsd:import namespace="dd275a6f-c007-4e1c-9d04-4a54d374980e"/>
    <xsd:import namespace="2deabc81-5606-488e-9edb-0292e7087f1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3:TaxCatchAll" minOccurs="0"/>
                <xsd:element ref="ns2:MediaServiceOCR" minOccurs="0"/>
                <xsd:element ref="ns2:lcf76f155ced4ddcb4097134ff3c332f"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275a6f-c007-4e1c-9d04-4a54d37498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Bildmarkierungen" ma:readOnly="false" ma:fieldId="{5cf76f15-5ced-4ddc-b409-7134ff3c332f}" ma:taxonomyMulti="true" ma:sspId="f2a406d0-1edf-4032-830d-fae857b5d6ce" ma:termSetId="09814cd3-568e-fe90-9814-8d621ff8fb84" ma:anchorId="fba54fb3-c3e1-fe81-a776-ca4b69148c4d" ma:open="true" ma:isKeyword="false">
      <xsd:complexType>
        <xsd:sequence>
          <xsd:element ref="pc:Terms" minOccurs="0" maxOccurs="1"/>
        </xsd:sequence>
      </xsd:complex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eabc81-5606-488e-9edb-0292e7087f11" elementFormDefault="qualified">
    <xsd:import namespace="http://schemas.microsoft.com/office/2006/documentManagement/types"/>
    <xsd:import namespace="http://schemas.microsoft.com/office/infopath/2007/PartnerControls"/>
    <xsd:element name="SharedWithUsers" ma:index="1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Freigegeben für - Details" ma:internalName="SharedWithDetails" ma:readOnly="true">
      <xsd:simpleType>
        <xsd:restriction base="dms:Note">
          <xsd:maxLength value="255"/>
        </xsd:restriction>
      </xsd:simpleType>
    </xsd:element>
    <xsd:element name="TaxCatchAll" ma:index="18" nillable="true" ma:displayName="Taxonomy Catch All Column" ma:hidden="true" ma:list="{5c5d9a02-9b30-477e-841b-ca511bed76ce}" ma:internalName="TaxCatchAll" ma:showField="CatchAllData" ma:web="2deabc81-5606-488e-9edb-0292e7087f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2deabc81-5606-488e-9edb-0292e7087f11" xsi:nil="true"/>
    <lcf76f155ced4ddcb4097134ff3c332f xmlns="dd275a6f-c007-4e1c-9d04-4a54d374980e">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EFC131-7336-4D2B-BFA3-5901B4B22015}">
  <ds:schemaRefs>
    <ds:schemaRef ds:uri="2deabc81-5606-488e-9edb-0292e7087f11"/>
    <ds:schemaRef ds:uri="dd275a6f-c007-4e1c-9d04-4a54d37498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17DCAE8-2610-4FB9-8DCE-9B0326CAED1B}">
  <ds:schemaRefs>
    <ds:schemaRef ds:uri="2deabc81-5606-488e-9edb-0292e7087f11"/>
    <ds:schemaRef ds:uri="bf3ae37b-5971-43e5-a402-72dd570bc109"/>
    <ds:schemaRef ds:uri="dd275a6f-c007-4e1c-9d04-4a54d374980e"/>
    <ds:schemaRef ds:uri="f3cfb42b-b978-468c-9f74-062cf0cd4564"/>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5474B0E-B2AA-4462-AE09-1C13575570B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Challenge-Presentation-template_2026</Template>
  <Application>Microsoft Office PowerPoint</Application>
  <PresentationFormat>Widescreen</PresentationFormat>
  <Slides>9</Slides>
  <Notes>2</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vt:lpstr>
      <vt:lpstr>Hack4SocialGood</vt:lpstr>
      <vt:lpstr>Who are we ? </vt:lpstr>
      <vt:lpstr>Our vision</vt:lpstr>
      <vt:lpstr>Our challenge </vt:lpstr>
      <vt:lpstr>PowerPoint Presentation</vt:lpstr>
      <vt:lpstr>PowerPoint Presentation</vt:lpstr>
      <vt:lpstr>PowerPoint Presentation</vt:lpstr>
      <vt:lpstr>What resources will be made available? </vt:lpstr>
      <vt:lpstr>Our requirement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Jens Rogge</dc:creator>
  <cp:revision>61</cp:revision>
  <dcterms:created xsi:type="dcterms:W3CDTF">2026-03-23T09:38:50Z</dcterms:created>
  <dcterms:modified xsi:type="dcterms:W3CDTF">2026-03-26T09:16:38Z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0x0101004ABBD38A04992C449ED9FF2BACD77EAF</vt:lpwstr>
  </property>
</Properties>
</file>